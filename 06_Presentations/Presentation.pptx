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7" roundtripDataSignature="AMtx7mgTe8l0LRF9SEjkly8ZHZnsJKfY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שקופית כותרת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rt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כותרת ותוכן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כותרת מקטע עליונה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1" algn="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1" algn="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1" algn="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שני תכנים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השוואה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1" algn="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כותרת בלבד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ריק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תוכן עם כיתוב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1" algn="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1" algn="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תמונה עם כיתוב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1" algn="r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1" algn="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1" algn="r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כותרת וטקסט אנכי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כותרת אנכית וטקסט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1" algn="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1" algn="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1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909600" y="3086125"/>
            <a:ext cx="7772400" cy="24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-IL" sz="1100">
                <a:latin typeface="David"/>
                <a:ea typeface="David"/>
                <a:cs typeface="David"/>
                <a:sym typeface="David"/>
              </a:rPr>
              <a:t>פרויקט גמר הנדסי לתואר B.Sc.</a:t>
            </a:r>
            <a:endParaRPr sz="1100"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-IL" sz="1100">
                <a:latin typeface="David"/>
                <a:ea typeface="David"/>
                <a:cs typeface="David"/>
                <a:sym typeface="David"/>
              </a:rPr>
              <a:t>בהנדסת חשמל ואלקטרוניקה</a:t>
            </a:r>
            <a:endParaRPr sz="1100"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-IL" sz="1400">
                <a:latin typeface="David"/>
                <a:ea typeface="David"/>
                <a:cs typeface="David"/>
                <a:sym typeface="David"/>
              </a:rPr>
              <a:t>זיהוי מאפיינים פסיכואקוסטים מתוך מידע המיוצג חזותית</a:t>
            </a:r>
            <a:endParaRPr sz="1400"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-IL" sz="1200">
                <a:latin typeface="David"/>
                <a:ea typeface="David"/>
                <a:cs typeface="David"/>
                <a:sym typeface="David"/>
              </a:rPr>
              <a:t>Identifying Psychoactive Characteristics From Visually Represented Information</a:t>
            </a:r>
            <a:endParaRPr sz="1200">
              <a:latin typeface="David"/>
              <a:ea typeface="David"/>
              <a:cs typeface="David"/>
              <a:sym typeface="David"/>
            </a:endParaRPr>
          </a:p>
          <a:p>
            <a:pPr indent="0" lvl="0" marL="0" rtl="0" algn="ctr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David"/>
              <a:ea typeface="David"/>
              <a:cs typeface="David"/>
              <a:sym typeface="David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435575" y="5802925"/>
            <a:ext cx="64008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-IL" sz="11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ניב דביר              ת.ז. 300814019</a:t>
            </a:r>
            <a:endParaRPr sz="1100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-IL" sz="11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שקד גוטריימן     ת.ז. 200863231</a:t>
            </a:r>
            <a:endParaRPr sz="1100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-IL" sz="11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  <a:t>בהנחיית: פרופ' אורי מחלב</a:t>
            </a:r>
            <a:endParaRPr sz="1100">
              <a:solidFill>
                <a:schemeClr val="dk1"/>
              </a:solidFill>
              <a:latin typeface="David"/>
              <a:ea typeface="David"/>
              <a:cs typeface="David"/>
              <a:sym typeface="David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413" y="584025"/>
            <a:ext cx="3152775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2020-03-09T09:37:02Z</dcterms:created>
  <dc:creator>dvirn</dc:creator>
</cp:coreProperties>
</file>