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48" r:id="rId1"/>
  </p:sldMasterIdLst>
  <p:sldIdLst>
    <p:sldId id="256" r:id="rId2"/>
    <p:sldId id="257" r:id="rId3"/>
    <p:sldId id="258" r:id="rId4"/>
    <p:sldId id="259" r:id="rId5"/>
    <p:sldId id="260" r:id="rId6"/>
    <p:sldId id="261" r:id="rId7"/>
    <p:sldId id="262" r:id="rId8"/>
    <p:sldId id="264" r:id="rId9"/>
    <p:sldId id="265" r:id="rId10"/>
    <p:sldId id="266" r:id="rId11"/>
    <p:sldId id="267" r:id="rId12"/>
    <p:sldId id="268" r:id="rId13"/>
  </p:sldIdLst>
  <p:sldSz cx="12192000" cy="6858000"/>
  <p:notesSz cx="6858000" cy="9144000"/>
  <p:defaultText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FC9FFEB-9BC8-0DFF-92D0-1886E3E833E1}" v="2132" dt="2020-03-09T13:57:36.788"/>
    <p1510:client id="{31F3CA46-B85C-1BED-F55E-54688523E81F}" v="319" dt="2020-03-09T15:56:13.362"/>
    <p1510:client id="{7353058A-72B8-40D1-9B8B-DD01E562E75C}" v="134" dt="2020-03-16T10:56:43.738"/>
    <p1510:client id="{85058895-3C77-825F-1B71-BF82E9D0EBF9}" v="653" dt="2020-03-09T16:20:09.083"/>
    <p1510:client id="{ED5DE3DE-EC13-0013-8FCA-C7988074D099}" v="18" dt="2020-03-09T15:59:14.93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4031" autoAdjust="0"/>
    <p:restoredTop sz="94660"/>
  </p:normalViewPr>
  <p:slideViewPr>
    <p:cSldViewPr snapToGrid="0">
      <p:cViewPr varScale="1">
        <p:scale>
          <a:sx n="85" d="100"/>
          <a:sy n="85" d="100"/>
        </p:scale>
        <p:origin x="300"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v DVIR" userId="S::nivdvi@my.hit.ac.il::913a2e9d-d3ac-40d8-8854-e7a62d770b5b" providerId="AD" clId="Web-{31F3CA46-B85C-1BED-F55E-54688523E81F}"/>
    <pc:docChg chg="modSld">
      <pc:chgData name="niv DVIR" userId="S::nivdvi@my.hit.ac.il::913a2e9d-d3ac-40d8-8854-e7a62d770b5b" providerId="AD" clId="Web-{31F3CA46-B85C-1BED-F55E-54688523E81F}" dt="2020-03-09T15:56:15.784" v="316"/>
      <pc:docMkLst>
        <pc:docMk/>
      </pc:docMkLst>
      <pc:sldChg chg="addSp delSp modSp">
        <pc:chgData name="niv DVIR" userId="S::nivdvi@my.hit.ac.il::913a2e9d-d3ac-40d8-8854-e7a62d770b5b" providerId="AD" clId="Web-{31F3CA46-B85C-1BED-F55E-54688523E81F}" dt="2020-03-09T14:42:15.827" v="41" actId="14100"/>
        <pc:sldMkLst>
          <pc:docMk/>
          <pc:sldMk cId="3244199725" sldId="262"/>
        </pc:sldMkLst>
        <pc:grpChg chg="add mod">
          <ac:chgData name="niv DVIR" userId="S::nivdvi@my.hit.ac.il::913a2e9d-d3ac-40d8-8854-e7a62d770b5b" providerId="AD" clId="Web-{31F3CA46-B85C-1BED-F55E-54688523E81F}" dt="2020-03-09T14:39:45.514" v="39" actId="1076"/>
          <ac:grpSpMkLst>
            <pc:docMk/>
            <pc:sldMk cId="3244199725" sldId="262"/>
            <ac:grpSpMk id="3153" creationId="{84A6419A-4FAE-4E45-A551-84D7B72B0588}"/>
          </ac:grpSpMkLst>
        </pc:grpChg>
        <pc:picChg chg="add mod modCrop">
          <ac:chgData name="niv DVIR" userId="S::nivdvi@my.hit.ac.il::913a2e9d-d3ac-40d8-8854-e7a62d770b5b" providerId="AD" clId="Web-{31F3CA46-B85C-1BED-F55E-54688523E81F}" dt="2020-03-09T14:30:12.766" v="28" actId="1076"/>
          <ac:picMkLst>
            <pc:docMk/>
            <pc:sldMk cId="3244199725" sldId="262"/>
            <ac:picMk id="48" creationId="{AE8A7004-F17E-4160-A32C-D7F9A7D7DB59}"/>
          </ac:picMkLst>
        </pc:picChg>
        <pc:picChg chg="add mod modCrop">
          <ac:chgData name="niv DVIR" userId="S::nivdvi@my.hit.ac.il::913a2e9d-d3ac-40d8-8854-e7a62d770b5b" providerId="AD" clId="Web-{31F3CA46-B85C-1BED-F55E-54688523E81F}" dt="2020-03-09T14:30:12.844" v="29" actId="1076"/>
          <ac:picMkLst>
            <pc:docMk/>
            <pc:sldMk cId="3244199725" sldId="262"/>
            <ac:picMk id="50" creationId="{E540F015-9ADC-4E6E-99EF-1774C307DE25}"/>
          </ac:picMkLst>
        </pc:picChg>
        <pc:picChg chg="add mod modCrop">
          <ac:chgData name="niv DVIR" userId="S::nivdvi@my.hit.ac.il::913a2e9d-d3ac-40d8-8854-e7a62d770b5b" providerId="AD" clId="Web-{31F3CA46-B85C-1BED-F55E-54688523E81F}" dt="2020-03-09T14:42:15.827" v="41" actId="14100"/>
          <ac:picMkLst>
            <pc:docMk/>
            <pc:sldMk cId="3244199725" sldId="262"/>
            <ac:picMk id="52" creationId="{B6ED81F3-14EB-40C2-891C-3962D02E6A8E}"/>
          </ac:picMkLst>
        </pc:picChg>
        <pc:picChg chg="del mod">
          <ac:chgData name="niv DVIR" userId="S::nivdvi@my.hit.ac.il::913a2e9d-d3ac-40d8-8854-e7a62d770b5b" providerId="AD" clId="Web-{31F3CA46-B85C-1BED-F55E-54688523E81F}" dt="2020-03-09T14:26:54.282" v="3"/>
          <ac:picMkLst>
            <pc:docMk/>
            <pc:sldMk cId="3244199725" sldId="262"/>
            <ac:picMk id="9450" creationId="{C54A50D8-E4FA-4B15-AC50-F9AD1C045203}"/>
          </ac:picMkLst>
        </pc:picChg>
      </pc:sldChg>
      <pc:sldChg chg="addSp modSp mod setBg setClrOvrMap">
        <pc:chgData name="niv DVIR" userId="S::nivdvi@my.hit.ac.il::913a2e9d-d3ac-40d8-8854-e7a62d770b5b" providerId="AD" clId="Web-{31F3CA46-B85C-1BED-F55E-54688523E81F}" dt="2020-03-09T15:56:15.784" v="316"/>
        <pc:sldMkLst>
          <pc:docMk/>
          <pc:sldMk cId="1724676332" sldId="263"/>
        </pc:sldMkLst>
        <pc:spChg chg="mod">
          <ac:chgData name="niv DVIR" userId="S::nivdvi@my.hit.ac.il::913a2e9d-d3ac-40d8-8854-e7a62d770b5b" providerId="AD" clId="Web-{31F3CA46-B85C-1BED-F55E-54688523E81F}" dt="2020-03-09T15:56:15.784" v="316"/>
          <ac:spMkLst>
            <pc:docMk/>
            <pc:sldMk cId="1724676332" sldId="263"/>
            <ac:spMk id="2" creationId="{A9A044A9-B396-46EF-B50E-476ADDF65128}"/>
          </ac:spMkLst>
        </pc:spChg>
        <pc:spChg chg="mod">
          <ac:chgData name="niv DVIR" userId="S::nivdvi@my.hit.ac.il::913a2e9d-d3ac-40d8-8854-e7a62d770b5b" providerId="AD" clId="Web-{31F3CA46-B85C-1BED-F55E-54688523E81F}" dt="2020-03-09T15:56:15.784" v="316"/>
          <ac:spMkLst>
            <pc:docMk/>
            <pc:sldMk cId="1724676332" sldId="263"/>
            <ac:spMk id="3" creationId="{CC0F890D-820E-451E-ADE2-F1659F671635}"/>
          </ac:spMkLst>
        </pc:spChg>
        <pc:spChg chg="add">
          <ac:chgData name="niv DVIR" userId="S::nivdvi@my.hit.ac.il::913a2e9d-d3ac-40d8-8854-e7a62d770b5b" providerId="AD" clId="Web-{31F3CA46-B85C-1BED-F55E-54688523E81F}" dt="2020-03-09T15:56:15.784" v="316"/>
          <ac:spMkLst>
            <pc:docMk/>
            <pc:sldMk cId="1724676332" sldId="263"/>
            <ac:spMk id="9" creationId="{867D4867-5BA7-4462-B2F6-A23F4A622AA7}"/>
          </ac:spMkLst>
        </pc:spChg>
        <pc:picChg chg="add mod">
          <ac:chgData name="niv DVIR" userId="S::nivdvi@my.hit.ac.il::913a2e9d-d3ac-40d8-8854-e7a62d770b5b" providerId="AD" clId="Web-{31F3CA46-B85C-1BED-F55E-54688523E81F}" dt="2020-03-09T15:56:15.784" v="316"/>
          <ac:picMkLst>
            <pc:docMk/>
            <pc:sldMk cId="1724676332" sldId="263"/>
            <ac:picMk id="4" creationId="{8AA1576E-BAEF-46D0-B610-1B0CF1FFB9CF}"/>
          </ac:picMkLst>
        </pc:picChg>
      </pc:sldChg>
    </pc:docChg>
  </pc:docChgLst>
  <pc:docChgLst>
    <pc:chgData name="niv DVIR" userId="S::nivdvi@my.hit.ac.il::913a2e9d-d3ac-40d8-8854-e7a62d770b5b" providerId="AD" clId="Web-{2FC9FFEB-9BC8-0DFF-92D0-1886E3E833E1}"/>
    <pc:docChg chg="addSld modSld">
      <pc:chgData name="niv DVIR" userId="S::nivdvi@my.hit.ac.il::913a2e9d-d3ac-40d8-8854-e7a62d770b5b" providerId="AD" clId="Web-{2FC9FFEB-9BC8-0DFF-92D0-1886E3E833E1}" dt="2020-03-09T13:57:36.788" v="2168" actId="1076"/>
      <pc:docMkLst>
        <pc:docMk/>
      </pc:docMkLst>
      <pc:sldChg chg="addSp delSp modSp">
        <pc:chgData name="niv DVIR" userId="S::nivdvi@my.hit.ac.il::913a2e9d-d3ac-40d8-8854-e7a62d770b5b" providerId="AD" clId="Web-{2FC9FFEB-9BC8-0DFF-92D0-1886E3E833E1}" dt="2020-03-09T11:12:19.050" v="92" actId="1076"/>
        <pc:sldMkLst>
          <pc:docMk/>
          <pc:sldMk cId="2478401907" sldId="256"/>
        </pc:sldMkLst>
        <pc:spChg chg="del mod">
          <ac:chgData name="niv DVIR" userId="S::nivdvi@my.hit.ac.il::913a2e9d-d3ac-40d8-8854-e7a62d770b5b" providerId="AD" clId="Web-{2FC9FFEB-9BC8-0DFF-92D0-1886E3E833E1}" dt="2020-03-09T11:06:44.260" v="15"/>
          <ac:spMkLst>
            <pc:docMk/>
            <pc:sldMk cId="2478401907" sldId="256"/>
            <ac:spMk id="2" creationId="{00000000-0000-0000-0000-000000000000}"/>
          </ac:spMkLst>
        </pc:spChg>
        <pc:spChg chg="del">
          <ac:chgData name="niv DVIR" userId="S::nivdvi@my.hit.ac.il::913a2e9d-d3ac-40d8-8854-e7a62d770b5b" providerId="AD" clId="Web-{2FC9FFEB-9BC8-0DFF-92D0-1886E3E833E1}" dt="2020-03-09T11:08:21.461" v="53"/>
          <ac:spMkLst>
            <pc:docMk/>
            <pc:sldMk cId="2478401907" sldId="256"/>
            <ac:spMk id="3" creationId="{00000000-0000-0000-0000-000000000000}"/>
          </ac:spMkLst>
        </pc:spChg>
        <pc:spChg chg="add del mod">
          <ac:chgData name="niv DVIR" userId="S::nivdvi@my.hit.ac.il::913a2e9d-d3ac-40d8-8854-e7a62d770b5b" providerId="AD" clId="Web-{2FC9FFEB-9BC8-0DFF-92D0-1886E3E833E1}" dt="2020-03-09T11:07:08.181" v="22"/>
          <ac:spMkLst>
            <pc:docMk/>
            <pc:sldMk cId="2478401907" sldId="256"/>
            <ac:spMk id="5" creationId="{4068D666-71F7-4652-8A8A-27B58E802C61}"/>
          </ac:spMkLst>
        </pc:spChg>
        <pc:spChg chg="add mod">
          <ac:chgData name="niv DVIR" userId="S::nivdvi@my.hit.ac.il::913a2e9d-d3ac-40d8-8854-e7a62d770b5b" providerId="AD" clId="Web-{2FC9FFEB-9BC8-0DFF-92D0-1886E3E833E1}" dt="2020-03-09T11:12:19.050" v="92" actId="1076"/>
          <ac:spMkLst>
            <pc:docMk/>
            <pc:sldMk cId="2478401907" sldId="256"/>
            <ac:spMk id="6" creationId="{5929D9A4-B6EF-4A99-AF1C-853124329553}"/>
          </ac:spMkLst>
        </pc:spChg>
        <pc:spChg chg="add mod">
          <ac:chgData name="niv DVIR" userId="S::nivdvi@my.hit.ac.il::913a2e9d-d3ac-40d8-8854-e7a62d770b5b" providerId="AD" clId="Web-{2FC9FFEB-9BC8-0DFF-92D0-1886E3E833E1}" dt="2020-03-09T11:12:08.050" v="87" actId="1076"/>
          <ac:spMkLst>
            <pc:docMk/>
            <pc:sldMk cId="2478401907" sldId="256"/>
            <ac:spMk id="7" creationId="{079C0843-7C05-4863-AF1D-A18992FC2B3B}"/>
          </ac:spMkLst>
        </pc:spChg>
        <pc:spChg chg="add mod">
          <ac:chgData name="niv DVIR" userId="S::nivdvi@my.hit.ac.il::913a2e9d-d3ac-40d8-8854-e7a62d770b5b" providerId="AD" clId="Web-{2FC9FFEB-9BC8-0DFF-92D0-1886E3E833E1}" dt="2020-03-09T11:11:48.895" v="81" actId="20577"/>
          <ac:spMkLst>
            <pc:docMk/>
            <pc:sldMk cId="2478401907" sldId="256"/>
            <ac:spMk id="8" creationId="{0526F1D8-84B3-4B55-85F0-F251BE3A6C82}"/>
          </ac:spMkLst>
        </pc:spChg>
        <pc:picChg chg="add mod">
          <ac:chgData name="niv DVIR" userId="S::nivdvi@my.hit.ac.il::913a2e9d-d3ac-40d8-8854-e7a62d770b5b" providerId="AD" clId="Web-{2FC9FFEB-9BC8-0DFF-92D0-1886E3E833E1}" dt="2020-03-09T11:11:55.848" v="85" actId="1076"/>
          <ac:picMkLst>
            <pc:docMk/>
            <pc:sldMk cId="2478401907" sldId="256"/>
            <ac:picMk id="9" creationId="{4E55B5B2-CF3A-4DE1-A588-571644169D75}"/>
          </ac:picMkLst>
        </pc:picChg>
      </pc:sldChg>
      <pc:sldChg chg="addSp delSp modSp new">
        <pc:chgData name="niv DVIR" userId="S::nivdvi@my.hit.ac.il::913a2e9d-d3ac-40d8-8854-e7a62d770b5b" providerId="AD" clId="Web-{2FC9FFEB-9BC8-0DFF-92D0-1886E3E833E1}" dt="2020-03-09T11:47:04.526" v="953" actId="20577"/>
        <pc:sldMkLst>
          <pc:docMk/>
          <pc:sldMk cId="4067118962" sldId="257"/>
        </pc:sldMkLst>
        <pc:spChg chg="mod">
          <ac:chgData name="niv DVIR" userId="S::nivdvi@my.hit.ac.il::913a2e9d-d3ac-40d8-8854-e7a62d770b5b" providerId="AD" clId="Web-{2FC9FFEB-9BC8-0DFF-92D0-1886E3E833E1}" dt="2020-03-09T11:47:04.526" v="953" actId="20577"/>
          <ac:spMkLst>
            <pc:docMk/>
            <pc:sldMk cId="4067118962" sldId="257"/>
            <ac:spMk id="2" creationId="{56DA1823-B1B6-4E35-A1BC-58DC32F211A1}"/>
          </ac:spMkLst>
        </pc:spChg>
        <pc:spChg chg="del">
          <ac:chgData name="niv DVIR" userId="S::nivdvi@my.hit.ac.il::913a2e9d-d3ac-40d8-8854-e7a62d770b5b" providerId="AD" clId="Web-{2FC9FFEB-9BC8-0DFF-92D0-1886E3E833E1}" dt="2020-03-09T11:20:14.838" v="94"/>
          <ac:spMkLst>
            <pc:docMk/>
            <pc:sldMk cId="4067118962" sldId="257"/>
            <ac:spMk id="3" creationId="{E6574B0B-448F-45A9-888E-82E52C4B3999}"/>
          </ac:spMkLst>
        </pc:spChg>
        <pc:spChg chg="add mod">
          <ac:chgData name="niv DVIR" userId="S::nivdvi@my.hit.ac.il::913a2e9d-d3ac-40d8-8854-e7a62d770b5b" providerId="AD" clId="Web-{2FC9FFEB-9BC8-0DFF-92D0-1886E3E833E1}" dt="2020-03-09T11:46:52.026" v="929" actId="20577"/>
          <ac:spMkLst>
            <pc:docMk/>
            <pc:sldMk cId="4067118962" sldId="257"/>
            <ac:spMk id="7" creationId="{A40EE38A-E855-459D-B1F4-0E2DECC6AE07}"/>
          </ac:spMkLst>
        </pc:spChg>
        <pc:picChg chg="add del mod ord">
          <ac:chgData name="niv DVIR" userId="S::nivdvi@my.hit.ac.il::913a2e9d-d3ac-40d8-8854-e7a62d770b5b" providerId="AD" clId="Web-{2FC9FFEB-9BC8-0DFF-92D0-1886E3E833E1}" dt="2020-03-09T11:31:18.154" v="142"/>
          <ac:picMkLst>
            <pc:docMk/>
            <pc:sldMk cId="4067118962" sldId="257"/>
            <ac:picMk id="4" creationId="{3149FEEA-F308-4487-ACCD-E00CD6321F3B}"/>
          </ac:picMkLst>
        </pc:picChg>
      </pc:sldChg>
      <pc:sldChg chg="addSp delSp modSp new">
        <pc:chgData name="niv DVIR" userId="S::nivdvi@my.hit.ac.il::913a2e9d-d3ac-40d8-8854-e7a62d770b5b" providerId="AD" clId="Web-{2FC9FFEB-9BC8-0DFF-92D0-1886E3E833E1}" dt="2020-03-09T12:49:13.663" v="1338" actId="20577"/>
        <pc:sldMkLst>
          <pc:docMk/>
          <pc:sldMk cId="245024257" sldId="258"/>
        </pc:sldMkLst>
        <pc:spChg chg="mod">
          <ac:chgData name="niv DVIR" userId="S::nivdvi@my.hit.ac.il::913a2e9d-d3ac-40d8-8854-e7a62d770b5b" providerId="AD" clId="Web-{2FC9FFEB-9BC8-0DFF-92D0-1886E3E833E1}" dt="2020-03-09T12:21:07.541" v="1070" actId="14100"/>
          <ac:spMkLst>
            <pc:docMk/>
            <pc:sldMk cId="245024257" sldId="258"/>
            <ac:spMk id="2" creationId="{D9FEAD3E-7848-41F6-8E7D-78D19F602365}"/>
          </ac:spMkLst>
        </pc:spChg>
        <pc:spChg chg="del mod">
          <ac:chgData name="niv DVIR" userId="S::nivdvi@my.hit.ac.il::913a2e9d-d3ac-40d8-8854-e7a62d770b5b" providerId="AD" clId="Web-{2FC9FFEB-9BC8-0DFF-92D0-1886E3E833E1}" dt="2020-03-09T12:45:44.412" v="1322"/>
          <ac:spMkLst>
            <pc:docMk/>
            <pc:sldMk cId="245024257" sldId="258"/>
            <ac:spMk id="3" creationId="{B08B416A-BAB2-4AD3-A2A5-CD644969FADD}"/>
          </ac:spMkLst>
        </pc:spChg>
        <pc:spChg chg="add mod">
          <ac:chgData name="niv DVIR" userId="S::nivdvi@my.hit.ac.il::913a2e9d-d3ac-40d8-8854-e7a62d770b5b" providerId="AD" clId="Web-{2FC9FFEB-9BC8-0DFF-92D0-1886E3E833E1}" dt="2020-03-09T12:49:13.663" v="1338" actId="20577"/>
          <ac:spMkLst>
            <pc:docMk/>
            <pc:sldMk cId="245024257" sldId="258"/>
            <ac:spMk id="5" creationId="{E807877D-F28F-4C98-8F55-08E898A1C8A8}"/>
          </ac:spMkLst>
        </pc:spChg>
      </pc:sldChg>
      <pc:sldChg chg="modSp new">
        <pc:chgData name="niv DVIR" userId="S::nivdvi@my.hit.ac.il::913a2e9d-d3ac-40d8-8854-e7a62d770b5b" providerId="AD" clId="Web-{2FC9FFEB-9BC8-0DFF-92D0-1886E3E833E1}" dt="2020-03-09T11:28:22.391" v="107" actId="20577"/>
        <pc:sldMkLst>
          <pc:docMk/>
          <pc:sldMk cId="2077994988" sldId="259"/>
        </pc:sldMkLst>
        <pc:spChg chg="mod">
          <ac:chgData name="niv DVIR" userId="S::nivdvi@my.hit.ac.il::913a2e9d-d3ac-40d8-8854-e7a62d770b5b" providerId="AD" clId="Web-{2FC9FFEB-9BC8-0DFF-92D0-1886E3E833E1}" dt="2020-03-09T11:28:22.391" v="107" actId="20577"/>
          <ac:spMkLst>
            <pc:docMk/>
            <pc:sldMk cId="2077994988" sldId="259"/>
            <ac:spMk id="2" creationId="{C7DD1B54-47BE-4EDD-8477-32E279E33349}"/>
          </ac:spMkLst>
        </pc:spChg>
      </pc:sldChg>
      <pc:sldChg chg="modSp new">
        <pc:chgData name="niv DVIR" userId="S::nivdvi@my.hit.ac.il::913a2e9d-d3ac-40d8-8854-e7a62d770b5b" providerId="AD" clId="Web-{2FC9FFEB-9BC8-0DFF-92D0-1886E3E833E1}" dt="2020-03-09T12:47:57.147" v="1326" actId="20577"/>
        <pc:sldMkLst>
          <pc:docMk/>
          <pc:sldMk cId="2121784277" sldId="260"/>
        </pc:sldMkLst>
        <pc:spChg chg="mod">
          <ac:chgData name="niv DVIR" userId="S::nivdvi@my.hit.ac.il::913a2e9d-d3ac-40d8-8854-e7a62d770b5b" providerId="AD" clId="Web-{2FC9FFEB-9BC8-0DFF-92D0-1886E3E833E1}" dt="2020-03-09T12:45:09.630" v="1313" actId="20577"/>
          <ac:spMkLst>
            <pc:docMk/>
            <pc:sldMk cId="2121784277" sldId="260"/>
            <ac:spMk id="2" creationId="{E9312EEF-7D50-4D73-AFF1-009641048C83}"/>
          </ac:spMkLst>
        </pc:spChg>
        <pc:spChg chg="mod">
          <ac:chgData name="niv DVIR" userId="S::nivdvi@my.hit.ac.il::913a2e9d-d3ac-40d8-8854-e7a62d770b5b" providerId="AD" clId="Web-{2FC9FFEB-9BC8-0DFF-92D0-1886E3E833E1}" dt="2020-03-09T12:47:57.147" v="1326" actId="20577"/>
          <ac:spMkLst>
            <pc:docMk/>
            <pc:sldMk cId="2121784277" sldId="260"/>
            <ac:spMk id="3" creationId="{DAD6F24E-A08B-425C-931B-D77D147314E6}"/>
          </ac:spMkLst>
        </pc:spChg>
      </pc:sldChg>
      <pc:sldChg chg="modSp new">
        <pc:chgData name="niv DVIR" userId="S::nivdvi@my.hit.ac.il::913a2e9d-d3ac-40d8-8854-e7a62d770b5b" providerId="AD" clId="Web-{2FC9FFEB-9BC8-0DFF-92D0-1886E3E833E1}" dt="2020-03-09T12:25:29.121" v="1170" actId="20577"/>
        <pc:sldMkLst>
          <pc:docMk/>
          <pc:sldMk cId="717112202" sldId="261"/>
        </pc:sldMkLst>
        <pc:spChg chg="mod">
          <ac:chgData name="niv DVIR" userId="S::nivdvi@my.hit.ac.il::913a2e9d-d3ac-40d8-8854-e7a62d770b5b" providerId="AD" clId="Web-{2FC9FFEB-9BC8-0DFF-92D0-1886E3E833E1}" dt="2020-03-09T12:25:08.246" v="1117" actId="20577"/>
          <ac:spMkLst>
            <pc:docMk/>
            <pc:sldMk cId="717112202" sldId="261"/>
            <ac:spMk id="2" creationId="{AB9685BC-CB8B-4454-89DF-94D3A39D45B0}"/>
          </ac:spMkLst>
        </pc:spChg>
        <pc:spChg chg="mod">
          <ac:chgData name="niv DVIR" userId="S::nivdvi@my.hit.ac.il::913a2e9d-d3ac-40d8-8854-e7a62d770b5b" providerId="AD" clId="Web-{2FC9FFEB-9BC8-0DFF-92D0-1886E3E833E1}" dt="2020-03-09T12:25:29.121" v="1170" actId="20577"/>
          <ac:spMkLst>
            <pc:docMk/>
            <pc:sldMk cId="717112202" sldId="261"/>
            <ac:spMk id="3" creationId="{2A20E802-C116-4FC2-BCC8-DD1DC3C576DC}"/>
          </ac:spMkLst>
        </pc:spChg>
      </pc:sldChg>
      <pc:sldChg chg="addSp delSp modSp new">
        <pc:chgData name="niv DVIR" userId="S::nivdvi@my.hit.ac.il::913a2e9d-d3ac-40d8-8854-e7a62d770b5b" providerId="AD" clId="Web-{2FC9FFEB-9BC8-0DFF-92D0-1886E3E833E1}" dt="2020-03-09T13:57:36.788" v="2168" actId="1076"/>
        <pc:sldMkLst>
          <pc:docMk/>
          <pc:sldMk cId="3244199725" sldId="262"/>
        </pc:sldMkLst>
        <pc:spChg chg="mod">
          <ac:chgData name="niv DVIR" userId="S::nivdvi@my.hit.ac.il::913a2e9d-d3ac-40d8-8854-e7a62d770b5b" providerId="AD" clId="Web-{2FC9FFEB-9BC8-0DFF-92D0-1886E3E833E1}" dt="2020-03-09T13:53:29.239" v="2157" actId="20577"/>
          <ac:spMkLst>
            <pc:docMk/>
            <pc:sldMk cId="3244199725" sldId="262"/>
            <ac:spMk id="2" creationId="{E1DE0F96-3D58-42EC-85CF-57A81DFD42D2}"/>
          </ac:spMkLst>
        </pc:spChg>
        <pc:spChg chg="mod">
          <ac:chgData name="niv DVIR" userId="S::nivdvi@my.hit.ac.il::913a2e9d-d3ac-40d8-8854-e7a62d770b5b" providerId="AD" clId="Web-{2FC9FFEB-9BC8-0DFF-92D0-1886E3E833E1}" dt="2020-03-09T13:52:49.270" v="2151" actId="20577"/>
          <ac:spMkLst>
            <pc:docMk/>
            <pc:sldMk cId="3244199725" sldId="262"/>
            <ac:spMk id="3" creationId="{629A7D60-E37A-4F1B-91A4-B730BEF346D2}"/>
          </ac:spMkLst>
        </pc:spChg>
        <pc:graphicFrameChg chg="add del mod modGraphic">
          <ac:chgData name="niv DVIR" userId="S::nivdvi@my.hit.ac.il::913a2e9d-d3ac-40d8-8854-e7a62d770b5b" providerId="AD" clId="Web-{2FC9FFEB-9BC8-0DFF-92D0-1886E3E833E1}" dt="2020-03-09T13:17:26.676" v="1604"/>
          <ac:graphicFrameMkLst>
            <pc:docMk/>
            <pc:sldMk cId="3244199725" sldId="262"/>
            <ac:graphicFrameMk id="6" creationId="{2720E147-C8D7-4D69-B2C7-0304C8701F65}"/>
          </ac:graphicFrameMkLst>
        </pc:graphicFrameChg>
        <pc:graphicFrameChg chg="add del mod ord modGraphic">
          <ac:chgData name="niv DVIR" userId="S::nivdvi@my.hit.ac.il::913a2e9d-d3ac-40d8-8854-e7a62d770b5b" providerId="AD" clId="Web-{2FC9FFEB-9BC8-0DFF-92D0-1886E3E833E1}" dt="2020-03-09T13:43:29.016" v="1955"/>
          <ac:graphicFrameMkLst>
            <pc:docMk/>
            <pc:sldMk cId="3244199725" sldId="262"/>
            <ac:graphicFrameMk id="98" creationId="{537479D8-E7DA-4465-A52D-500805F55C24}"/>
          </ac:graphicFrameMkLst>
        </pc:graphicFrameChg>
        <pc:graphicFrameChg chg="add mod modGraphic">
          <ac:chgData name="niv DVIR" userId="S::nivdvi@my.hit.ac.il::913a2e9d-d3ac-40d8-8854-e7a62d770b5b" providerId="AD" clId="Web-{2FC9FFEB-9BC8-0DFF-92D0-1886E3E833E1}" dt="2020-03-09T13:51:41.441" v="2078" actId="14100"/>
          <ac:graphicFrameMkLst>
            <pc:docMk/>
            <pc:sldMk cId="3244199725" sldId="262"/>
            <ac:graphicFrameMk id="3152" creationId="{97DAD498-1255-414D-802F-C614BA676DEC}"/>
          </ac:graphicFrameMkLst>
        </pc:graphicFrameChg>
        <pc:graphicFrameChg chg="add del mod modGraphic">
          <ac:chgData name="niv DVIR" userId="S::nivdvi@my.hit.ac.il::913a2e9d-d3ac-40d8-8854-e7a62d770b5b" providerId="AD" clId="Web-{2FC9FFEB-9BC8-0DFF-92D0-1886E3E833E1}" dt="2020-03-09T13:34:11.793" v="1822"/>
          <ac:graphicFrameMkLst>
            <pc:docMk/>
            <pc:sldMk cId="3244199725" sldId="262"/>
            <ac:graphicFrameMk id="3353" creationId="{0F95C4D0-371A-47E4-A911-137F24BD17A9}"/>
          </ac:graphicFrameMkLst>
        </pc:graphicFrameChg>
        <pc:graphicFrameChg chg="add del mod modGraphic">
          <ac:chgData name="niv DVIR" userId="S::nivdvi@my.hit.ac.il::913a2e9d-d3ac-40d8-8854-e7a62d770b5b" providerId="AD" clId="Web-{2FC9FFEB-9BC8-0DFF-92D0-1886E3E833E1}" dt="2020-03-09T13:40:27.374" v="1847"/>
          <ac:graphicFrameMkLst>
            <pc:docMk/>
            <pc:sldMk cId="3244199725" sldId="262"/>
            <ac:graphicFrameMk id="3519" creationId="{6ED5B353-9C17-485A-BA55-783C9AF47561}"/>
          </ac:graphicFrameMkLst>
        </pc:graphicFrameChg>
        <pc:graphicFrameChg chg="add mod modGraphic">
          <ac:chgData name="niv DVIR" userId="S::nivdvi@my.hit.ac.il::913a2e9d-d3ac-40d8-8854-e7a62d770b5b" providerId="AD" clId="Web-{2FC9FFEB-9BC8-0DFF-92D0-1886E3E833E1}" dt="2020-03-09T13:51:33.785" v="2077" actId="14100"/>
          <ac:graphicFrameMkLst>
            <pc:docMk/>
            <pc:sldMk cId="3244199725" sldId="262"/>
            <ac:graphicFrameMk id="6677" creationId="{3D61023C-63B6-47B3-BF42-614E3E4D7B57}"/>
          </ac:graphicFrameMkLst>
        </pc:graphicFrameChg>
        <pc:picChg chg="add del mod">
          <ac:chgData name="niv DVIR" userId="S::nivdvi@my.hit.ac.il::913a2e9d-d3ac-40d8-8854-e7a62d770b5b" providerId="AD" clId="Web-{2FC9FFEB-9BC8-0DFF-92D0-1886E3E833E1}" dt="2020-03-09T13:21:32.584" v="1727"/>
          <ac:picMkLst>
            <pc:docMk/>
            <pc:sldMk cId="3244199725" sldId="262"/>
            <ac:picMk id="4" creationId="{11A17ABE-3E01-4FFC-80A0-9EEE8C0E4CAC}"/>
          </ac:picMkLst>
        </pc:picChg>
        <pc:picChg chg="add mod">
          <ac:chgData name="niv DVIR" userId="S::nivdvi@my.hit.ac.il::913a2e9d-d3ac-40d8-8854-e7a62d770b5b" providerId="AD" clId="Web-{2FC9FFEB-9BC8-0DFF-92D0-1886E3E833E1}" dt="2020-03-09T13:56:59.756" v="2164" actId="1076"/>
          <ac:picMkLst>
            <pc:docMk/>
            <pc:sldMk cId="3244199725" sldId="262"/>
            <ac:picMk id="9450" creationId="{C54A50D8-E4FA-4B15-AC50-F9AD1C045203}"/>
          </ac:picMkLst>
        </pc:picChg>
        <pc:picChg chg="add mod">
          <ac:chgData name="niv DVIR" userId="S::nivdvi@my.hit.ac.il::913a2e9d-d3ac-40d8-8854-e7a62d770b5b" providerId="AD" clId="Web-{2FC9FFEB-9BC8-0DFF-92D0-1886E3E833E1}" dt="2020-03-09T13:57:36.788" v="2168" actId="1076"/>
          <ac:picMkLst>
            <pc:docMk/>
            <pc:sldMk cId="3244199725" sldId="262"/>
            <ac:picMk id="9452" creationId="{8D16CBDA-1233-4766-A530-27430FAA7385}"/>
          </ac:picMkLst>
        </pc:picChg>
      </pc:sldChg>
      <pc:sldChg chg="new">
        <pc:chgData name="niv DVIR" userId="S::nivdvi@my.hit.ac.il::913a2e9d-d3ac-40d8-8854-e7a62d770b5b" providerId="AD" clId="Web-{2FC9FFEB-9BC8-0DFF-92D0-1886E3E833E1}" dt="2020-03-09T11:28:41.563" v="115"/>
        <pc:sldMkLst>
          <pc:docMk/>
          <pc:sldMk cId="1724676332" sldId="263"/>
        </pc:sldMkLst>
      </pc:sldChg>
      <pc:sldChg chg="new">
        <pc:chgData name="niv DVIR" userId="S::nivdvi@my.hit.ac.il::913a2e9d-d3ac-40d8-8854-e7a62d770b5b" providerId="AD" clId="Web-{2FC9FFEB-9BC8-0DFF-92D0-1886E3E833E1}" dt="2020-03-09T12:31:44.218" v="1214"/>
        <pc:sldMkLst>
          <pc:docMk/>
          <pc:sldMk cId="147102879" sldId="264"/>
        </pc:sldMkLst>
      </pc:sldChg>
      <pc:sldChg chg="new">
        <pc:chgData name="niv DVIR" userId="S::nivdvi@my.hit.ac.il::913a2e9d-d3ac-40d8-8854-e7a62d770b5b" providerId="AD" clId="Web-{2FC9FFEB-9BC8-0DFF-92D0-1886E3E833E1}" dt="2020-03-09T12:31:44.499" v="1215"/>
        <pc:sldMkLst>
          <pc:docMk/>
          <pc:sldMk cId="3731714224" sldId="265"/>
        </pc:sldMkLst>
      </pc:sldChg>
      <pc:sldChg chg="new">
        <pc:chgData name="niv DVIR" userId="S::nivdvi@my.hit.ac.il::913a2e9d-d3ac-40d8-8854-e7a62d770b5b" providerId="AD" clId="Web-{2FC9FFEB-9BC8-0DFF-92D0-1886E3E833E1}" dt="2020-03-09T12:31:44.765" v="1216"/>
        <pc:sldMkLst>
          <pc:docMk/>
          <pc:sldMk cId="1442135844" sldId="266"/>
        </pc:sldMkLst>
      </pc:sldChg>
      <pc:sldChg chg="new">
        <pc:chgData name="niv DVIR" userId="S::nivdvi@my.hit.ac.il::913a2e9d-d3ac-40d8-8854-e7a62d770b5b" providerId="AD" clId="Web-{2FC9FFEB-9BC8-0DFF-92D0-1886E3E833E1}" dt="2020-03-09T12:31:44.796" v="1217"/>
        <pc:sldMkLst>
          <pc:docMk/>
          <pc:sldMk cId="2180150601" sldId="267"/>
        </pc:sldMkLst>
      </pc:sldChg>
      <pc:sldChg chg="modSp new">
        <pc:chgData name="niv DVIR" userId="S::nivdvi@my.hit.ac.il::913a2e9d-d3ac-40d8-8854-e7a62d770b5b" providerId="AD" clId="Web-{2FC9FFEB-9BC8-0DFF-92D0-1886E3E833E1}" dt="2020-03-09T12:32:36.594" v="1240" actId="20577"/>
        <pc:sldMkLst>
          <pc:docMk/>
          <pc:sldMk cId="1768368287" sldId="268"/>
        </pc:sldMkLst>
        <pc:spChg chg="mod">
          <ac:chgData name="niv DVIR" userId="S::nivdvi@my.hit.ac.il::913a2e9d-d3ac-40d8-8854-e7a62d770b5b" providerId="AD" clId="Web-{2FC9FFEB-9BC8-0DFF-92D0-1886E3E833E1}" dt="2020-03-09T12:32:36.594" v="1240" actId="20577"/>
          <ac:spMkLst>
            <pc:docMk/>
            <pc:sldMk cId="1768368287" sldId="268"/>
            <ac:spMk id="3" creationId="{72ED8768-753C-4950-A307-11D428712D15}"/>
          </ac:spMkLst>
        </pc:spChg>
      </pc:sldChg>
    </pc:docChg>
  </pc:docChgLst>
  <pc:docChgLst>
    <pc:chgData name="niv DVIR" userId="S::nivdvi@my.hit.ac.il::913a2e9d-d3ac-40d8-8854-e7a62d770b5b" providerId="AD" clId="Web-{7353058A-72B8-40D1-9B8B-DD01E562E75C}"/>
    <pc:docChg chg="modSld">
      <pc:chgData name="niv DVIR" userId="S::nivdvi@my.hit.ac.il::913a2e9d-d3ac-40d8-8854-e7a62d770b5b" providerId="AD" clId="Web-{7353058A-72B8-40D1-9B8B-DD01E562E75C}" dt="2020-03-16T10:56:43.738" v="130"/>
      <pc:docMkLst>
        <pc:docMk/>
      </pc:docMkLst>
      <pc:sldChg chg="addSp delSp modSp">
        <pc:chgData name="niv DVIR" userId="S::nivdvi@my.hit.ac.il::913a2e9d-d3ac-40d8-8854-e7a62d770b5b" providerId="AD" clId="Web-{7353058A-72B8-40D1-9B8B-DD01E562E75C}" dt="2020-03-16T10:15:57.003" v="87" actId="1076"/>
        <pc:sldMkLst>
          <pc:docMk/>
          <pc:sldMk cId="3244199725" sldId="262"/>
        </pc:sldMkLst>
        <pc:grpChg chg="del mod">
          <ac:chgData name="niv DVIR" userId="S::nivdvi@my.hit.ac.il::913a2e9d-d3ac-40d8-8854-e7a62d770b5b" providerId="AD" clId="Web-{7353058A-72B8-40D1-9B8B-DD01E562E75C}" dt="2020-03-16T09:57:13.426" v="7"/>
          <ac:grpSpMkLst>
            <pc:docMk/>
            <pc:sldMk cId="3244199725" sldId="262"/>
            <ac:grpSpMk id="3153" creationId="{84A6419A-4FAE-4E45-A551-84D7B72B0588}"/>
          </ac:grpSpMkLst>
        </pc:grpChg>
        <pc:picChg chg="add del mod topLvl">
          <ac:chgData name="niv DVIR" userId="S::nivdvi@my.hit.ac.il::913a2e9d-d3ac-40d8-8854-e7a62d770b5b" providerId="AD" clId="Web-{7353058A-72B8-40D1-9B8B-DD01E562E75C}" dt="2020-03-16T09:57:26.833" v="11" actId="1076"/>
          <ac:picMkLst>
            <pc:docMk/>
            <pc:sldMk cId="3244199725" sldId="262"/>
            <ac:picMk id="48" creationId="{AE8A7004-F17E-4160-A32C-D7F9A7D7DB59}"/>
          </ac:picMkLst>
        </pc:picChg>
        <pc:picChg chg="mod topLvl">
          <ac:chgData name="niv DVIR" userId="S::nivdvi@my.hit.ac.il::913a2e9d-d3ac-40d8-8854-e7a62d770b5b" providerId="AD" clId="Web-{7353058A-72B8-40D1-9B8B-DD01E562E75C}" dt="2020-03-16T09:57:26.896" v="12" actId="1076"/>
          <ac:picMkLst>
            <pc:docMk/>
            <pc:sldMk cId="3244199725" sldId="262"/>
            <ac:picMk id="50" creationId="{E540F015-9ADC-4E6E-99EF-1774C307DE25}"/>
          </ac:picMkLst>
        </pc:picChg>
        <pc:picChg chg="mod topLvl">
          <ac:chgData name="niv DVIR" userId="S::nivdvi@my.hit.ac.il::913a2e9d-d3ac-40d8-8854-e7a62d770b5b" providerId="AD" clId="Web-{7353058A-72B8-40D1-9B8B-DD01E562E75C}" dt="2020-03-16T09:57:26.958" v="13" actId="1076"/>
          <ac:picMkLst>
            <pc:docMk/>
            <pc:sldMk cId="3244199725" sldId="262"/>
            <ac:picMk id="52" creationId="{B6ED81F3-14EB-40C2-891C-3962D02E6A8E}"/>
          </ac:picMkLst>
        </pc:picChg>
        <pc:picChg chg="add del mod">
          <ac:chgData name="niv DVIR" userId="S::nivdvi@my.hit.ac.il::913a2e9d-d3ac-40d8-8854-e7a62d770b5b" providerId="AD" clId="Web-{7353058A-72B8-40D1-9B8B-DD01E562E75C}" dt="2020-03-16T10:02:24.993" v="16"/>
          <ac:picMkLst>
            <pc:docMk/>
            <pc:sldMk cId="3244199725" sldId="262"/>
            <ac:picMk id="3194" creationId="{531E518A-895F-4635-A49D-BF95924B4372}"/>
          </ac:picMkLst>
        </pc:picChg>
        <pc:picChg chg="add mod">
          <ac:chgData name="niv DVIR" userId="S::nivdvi@my.hit.ac.il::913a2e9d-d3ac-40d8-8854-e7a62d770b5b" providerId="AD" clId="Web-{7353058A-72B8-40D1-9B8B-DD01E562E75C}" dt="2020-03-16T10:15:56.800" v="84" actId="1076"/>
          <ac:picMkLst>
            <pc:docMk/>
            <pc:sldMk cId="3244199725" sldId="262"/>
            <ac:picMk id="3196" creationId="{FEFA7342-22AB-4469-A4E2-EC4180D250A9}"/>
          </ac:picMkLst>
        </pc:picChg>
        <pc:picChg chg="add mod">
          <ac:chgData name="niv DVIR" userId="S::nivdvi@my.hit.ac.il::913a2e9d-d3ac-40d8-8854-e7a62d770b5b" providerId="AD" clId="Web-{7353058A-72B8-40D1-9B8B-DD01E562E75C}" dt="2020-03-16T10:15:56.880" v="85" actId="1076"/>
          <ac:picMkLst>
            <pc:docMk/>
            <pc:sldMk cId="3244199725" sldId="262"/>
            <ac:picMk id="3197" creationId="{45AC1590-9108-4BC9-9943-000186B69D25}"/>
          </ac:picMkLst>
        </pc:picChg>
        <pc:picChg chg="add mod">
          <ac:chgData name="niv DVIR" userId="S::nivdvi@my.hit.ac.il::913a2e9d-d3ac-40d8-8854-e7a62d770b5b" providerId="AD" clId="Web-{7353058A-72B8-40D1-9B8B-DD01E562E75C}" dt="2020-03-16T10:15:56.942" v="86" actId="1076"/>
          <ac:picMkLst>
            <pc:docMk/>
            <pc:sldMk cId="3244199725" sldId="262"/>
            <ac:picMk id="3198" creationId="{F2C0BAD5-4A97-498A-899C-BDAE6A64C681}"/>
          </ac:picMkLst>
        </pc:picChg>
        <pc:picChg chg="add mod">
          <ac:chgData name="niv DVIR" userId="S::nivdvi@my.hit.ac.il::913a2e9d-d3ac-40d8-8854-e7a62d770b5b" providerId="AD" clId="Web-{7353058A-72B8-40D1-9B8B-DD01E562E75C}" dt="2020-03-16T10:15:57.003" v="87" actId="1076"/>
          <ac:picMkLst>
            <pc:docMk/>
            <pc:sldMk cId="3244199725" sldId="262"/>
            <ac:picMk id="3199" creationId="{F5FF3EC7-C0F4-4E46-A511-643C3ED7B200}"/>
          </ac:picMkLst>
        </pc:picChg>
      </pc:sldChg>
      <pc:sldChg chg="addSp delSp modSp">
        <pc:chgData name="niv DVIR" userId="S::nivdvi@my.hit.ac.il::913a2e9d-d3ac-40d8-8854-e7a62d770b5b" providerId="AD" clId="Web-{7353058A-72B8-40D1-9B8B-DD01E562E75C}" dt="2020-03-16T10:56:43.738" v="130"/>
        <pc:sldMkLst>
          <pc:docMk/>
          <pc:sldMk cId="1442135844" sldId="266"/>
        </pc:sldMkLst>
        <pc:spChg chg="del">
          <ac:chgData name="niv DVIR" userId="S::nivdvi@my.hit.ac.il::913a2e9d-d3ac-40d8-8854-e7a62d770b5b" providerId="AD" clId="Web-{7353058A-72B8-40D1-9B8B-DD01E562E75C}" dt="2020-03-16T10:05:33.745" v="24"/>
          <ac:spMkLst>
            <pc:docMk/>
            <pc:sldMk cId="1442135844" sldId="266"/>
            <ac:spMk id="3" creationId="{5F8A0407-B937-477A-A23F-08FC9DDC2516}"/>
          </ac:spMkLst>
        </pc:spChg>
        <pc:spChg chg="add del mod">
          <ac:chgData name="niv DVIR" userId="S::nivdvi@my.hit.ac.il::913a2e9d-d3ac-40d8-8854-e7a62d770b5b" providerId="AD" clId="Web-{7353058A-72B8-40D1-9B8B-DD01E562E75C}" dt="2020-03-16T10:08:51.904" v="64"/>
          <ac:spMkLst>
            <pc:docMk/>
            <pc:sldMk cId="1442135844" sldId="266"/>
            <ac:spMk id="9" creationId="{C36C5713-AFC9-4227-A6B9-ED12B40C6DFB}"/>
          </ac:spMkLst>
        </pc:spChg>
        <pc:picChg chg="add del mod ord">
          <ac:chgData name="niv DVIR" userId="S::nivdvi@my.hit.ac.il::913a2e9d-d3ac-40d8-8854-e7a62d770b5b" providerId="AD" clId="Web-{7353058A-72B8-40D1-9B8B-DD01E562E75C}" dt="2020-03-16T10:48:43.075" v="128"/>
          <ac:picMkLst>
            <pc:docMk/>
            <pc:sldMk cId="1442135844" sldId="266"/>
            <ac:picMk id="4" creationId="{E0D67692-4AAD-4F8B-85D2-3882CAF50B11}"/>
          </ac:picMkLst>
        </pc:picChg>
        <pc:picChg chg="add del mod">
          <ac:chgData name="niv DVIR" userId="S::nivdvi@my.hit.ac.il::913a2e9d-d3ac-40d8-8854-e7a62d770b5b" providerId="AD" clId="Web-{7353058A-72B8-40D1-9B8B-DD01E562E75C}" dt="2020-03-16T10:05:25.526" v="23"/>
          <ac:picMkLst>
            <pc:docMk/>
            <pc:sldMk cId="1442135844" sldId="266"/>
            <ac:picMk id="6" creationId="{4C8559EB-FF24-40C6-9F6F-8D01A6706321}"/>
          </ac:picMkLst>
        </pc:picChg>
        <pc:picChg chg="add mod ord">
          <ac:chgData name="niv DVIR" userId="S::nivdvi@my.hit.ac.il::913a2e9d-d3ac-40d8-8854-e7a62d770b5b" providerId="AD" clId="Web-{7353058A-72B8-40D1-9B8B-DD01E562E75C}" dt="2020-03-16T10:30:02.389" v="127" actId="1076"/>
          <ac:picMkLst>
            <pc:docMk/>
            <pc:sldMk cId="1442135844" sldId="266"/>
            <ac:picMk id="7" creationId="{59D58767-8FBC-4181-8988-3188D6BE5919}"/>
          </ac:picMkLst>
        </pc:picChg>
        <pc:picChg chg="add mod">
          <ac:chgData name="niv DVIR" userId="S::nivdvi@my.hit.ac.il::913a2e9d-d3ac-40d8-8854-e7a62d770b5b" providerId="AD" clId="Web-{7353058A-72B8-40D1-9B8B-DD01E562E75C}" dt="2020-03-16T10:30:02.373" v="126" actId="1076"/>
          <ac:picMkLst>
            <pc:docMk/>
            <pc:sldMk cId="1442135844" sldId="266"/>
            <ac:picMk id="11" creationId="{294004C3-A09F-4031-AF06-71B312A7A361}"/>
          </ac:picMkLst>
        </pc:picChg>
        <pc:picChg chg="add mod">
          <ac:chgData name="niv DVIR" userId="S::nivdvi@my.hit.ac.il::913a2e9d-d3ac-40d8-8854-e7a62d770b5b" providerId="AD" clId="Web-{7353058A-72B8-40D1-9B8B-DD01E562E75C}" dt="2020-03-16T10:30:02.373" v="125" actId="1076"/>
          <ac:picMkLst>
            <pc:docMk/>
            <pc:sldMk cId="1442135844" sldId="266"/>
            <ac:picMk id="13" creationId="{5246E783-D605-4233-BC4C-6799E24EFE6D}"/>
          </ac:picMkLst>
        </pc:picChg>
        <pc:picChg chg="add del">
          <ac:chgData name="niv DVIR" userId="S::nivdvi@my.hit.ac.il::913a2e9d-d3ac-40d8-8854-e7a62d770b5b" providerId="AD" clId="Web-{7353058A-72B8-40D1-9B8B-DD01E562E75C}" dt="2020-03-16T10:56:43.738" v="130"/>
          <ac:picMkLst>
            <pc:docMk/>
            <pc:sldMk cId="1442135844" sldId="266"/>
            <ac:picMk id="14" creationId="{A897A22E-32CD-4BD8-90DE-CE508163749A}"/>
          </ac:picMkLst>
        </pc:picChg>
      </pc:sldChg>
      <pc:sldChg chg="addSp delSp modSp mod modTransition modClrScheme chgLayout">
        <pc:chgData name="niv DVIR" userId="S::nivdvi@my.hit.ac.il::913a2e9d-d3ac-40d8-8854-e7a62d770b5b" providerId="AD" clId="Web-{7353058A-72B8-40D1-9B8B-DD01E562E75C}" dt="2020-03-16T10:20:40.507" v="115"/>
        <pc:sldMkLst>
          <pc:docMk/>
          <pc:sldMk cId="2180150601" sldId="267"/>
        </pc:sldMkLst>
        <pc:spChg chg="mod ord">
          <ac:chgData name="niv DVIR" userId="S::nivdvi@my.hit.ac.il::913a2e9d-d3ac-40d8-8854-e7a62d770b5b" providerId="AD" clId="Web-{7353058A-72B8-40D1-9B8B-DD01E562E75C}" dt="2020-03-16T10:20:31.897" v="113"/>
          <ac:spMkLst>
            <pc:docMk/>
            <pc:sldMk cId="2180150601" sldId="267"/>
            <ac:spMk id="2" creationId="{F281BE53-6F63-4138-9C52-1A53E74E2D4F}"/>
          </ac:spMkLst>
        </pc:spChg>
        <pc:spChg chg="del">
          <ac:chgData name="niv DVIR" userId="S::nivdvi@my.hit.ac.il::913a2e9d-d3ac-40d8-8854-e7a62d770b5b" providerId="AD" clId="Web-{7353058A-72B8-40D1-9B8B-DD01E562E75C}" dt="2020-03-16T10:16:43.129" v="95"/>
          <ac:spMkLst>
            <pc:docMk/>
            <pc:sldMk cId="2180150601" sldId="267"/>
            <ac:spMk id="3" creationId="{006F90AA-B246-451F-9132-0F6102E4867D}"/>
          </ac:spMkLst>
        </pc:spChg>
        <pc:spChg chg="add del mod">
          <ac:chgData name="niv DVIR" userId="S::nivdvi@my.hit.ac.il::913a2e9d-d3ac-40d8-8854-e7a62d770b5b" providerId="AD" clId="Web-{7353058A-72B8-40D1-9B8B-DD01E562E75C}" dt="2020-03-16T10:19:48.100" v="108"/>
          <ac:spMkLst>
            <pc:docMk/>
            <pc:sldMk cId="2180150601" sldId="267"/>
            <ac:spMk id="10" creationId="{7AAF1A9E-95FB-4850-BF81-A5A9827CDE3D}"/>
          </ac:spMkLst>
        </pc:spChg>
        <pc:spChg chg="add mod ord">
          <ac:chgData name="niv DVIR" userId="S::nivdvi@my.hit.ac.il::913a2e9d-d3ac-40d8-8854-e7a62d770b5b" providerId="AD" clId="Web-{7353058A-72B8-40D1-9B8B-DD01E562E75C}" dt="2020-03-16T10:20:31.897" v="113"/>
          <ac:spMkLst>
            <pc:docMk/>
            <pc:sldMk cId="2180150601" sldId="267"/>
            <ac:spMk id="11" creationId="{D3DEC423-9AC1-4A88-A0F5-30DAEF581DC8}"/>
          </ac:spMkLst>
        </pc:spChg>
        <pc:picChg chg="add del mod">
          <ac:chgData name="niv DVIR" userId="S::nivdvi@my.hit.ac.il::913a2e9d-d3ac-40d8-8854-e7a62d770b5b" providerId="AD" clId="Web-{7353058A-72B8-40D1-9B8B-DD01E562E75C}" dt="2020-03-16T10:16:22.628" v="92"/>
          <ac:picMkLst>
            <pc:docMk/>
            <pc:sldMk cId="2180150601" sldId="267"/>
            <ac:picMk id="5" creationId="{E6FD87B7-27EC-45E5-B969-478328874562}"/>
          </ac:picMkLst>
        </pc:picChg>
        <pc:picChg chg="add del mod ord">
          <ac:chgData name="niv DVIR" userId="S::nivdvi@my.hit.ac.il::913a2e9d-d3ac-40d8-8854-e7a62d770b5b" providerId="AD" clId="Web-{7353058A-72B8-40D1-9B8B-DD01E562E75C}" dt="2020-03-16T10:19:02.084" v="102"/>
          <ac:picMkLst>
            <pc:docMk/>
            <pc:sldMk cId="2180150601" sldId="267"/>
            <ac:picMk id="7" creationId="{81256F46-5C9A-4D16-B874-90DA79C40F9B}"/>
          </ac:picMkLst>
        </pc:picChg>
        <pc:picChg chg="add del mod">
          <ac:chgData name="niv DVIR" userId="S::nivdvi@my.hit.ac.il::913a2e9d-d3ac-40d8-8854-e7a62d770b5b" providerId="AD" clId="Web-{7353058A-72B8-40D1-9B8B-DD01E562E75C}" dt="2020-03-16T10:20:40.507" v="115"/>
          <ac:picMkLst>
            <pc:docMk/>
            <pc:sldMk cId="2180150601" sldId="267"/>
            <ac:picMk id="8" creationId="{C02066D3-C20A-4497-80F8-6118B62A4163}"/>
          </ac:picMkLst>
        </pc:picChg>
      </pc:sldChg>
    </pc:docChg>
  </pc:docChgLst>
  <pc:docChgLst>
    <pc:chgData name="niv DVIR" userId="S::nivdvi@my.hit.ac.il::913a2e9d-d3ac-40d8-8854-e7a62d770b5b" providerId="AD" clId="Web-{ED5DE3DE-EC13-0013-8FCA-C7988074D099}"/>
    <pc:docChg chg="modSld">
      <pc:chgData name="niv DVIR" userId="S::nivdvi@my.hit.ac.il::913a2e9d-d3ac-40d8-8854-e7a62d770b5b" providerId="AD" clId="Web-{ED5DE3DE-EC13-0013-8FCA-C7988074D099}" dt="2020-03-09T15:59:14.930" v="18" actId="20577"/>
      <pc:docMkLst>
        <pc:docMk/>
      </pc:docMkLst>
      <pc:sldChg chg="addSp delSp modSp mod setBg setClrOvrMap delDesignElem chgLayout">
        <pc:chgData name="niv DVIR" userId="S::nivdvi@my.hit.ac.il::913a2e9d-d3ac-40d8-8854-e7a62d770b5b" providerId="AD" clId="Web-{ED5DE3DE-EC13-0013-8FCA-C7988074D099}" dt="2020-03-09T15:59:14.930" v="17" actId="20577"/>
        <pc:sldMkLst>
          <pc:docMk/>
          <pc:sldMk cId="1724676332" sldId="263"/>
        </pc:sldMkLst>
        <pc:spChg chg="mod ord">
          <ac:chgData name="niv DVIR" userId="S::nivdvi@my.hit.ac.il::913a2e9d-d3ac-40d8-8854-e7a62d770b5b" providerId="AD" clId="Web-{ED5DE3DE-EC13-0013-8FCA-C7988074D099}" dt="2020-03-09T15:59:02.790" v="16" actId="1076"/>
          <ac:spMkLst>
            <pc:docMk/>
            <pc:sldMk cId="1724676332" sldId="263"/>
            <ac:spMk id="2" creationId="{A9A044A9-B396-46EF-B50E-476ADDF65128}"/>
          </ac:spMkLst>
        </pc:spChg>
        <pc:spChg chg="mod ord">
          <ac:chgData name="niv DVIR" userId="S::nivdvi@my.hit.ac.il::913a2e9d-d3ac-40d8-8854-e7a62d770b5b" providerId="AD" clId="Web-{ED5DE3DE-EC13-0013-8FCA-C7988074D099}" dt="2020-03-09T15:59:14.930" v="17" actId="20577"/>
          <ac:spMkLst>
            <pc:docMk/>
            <pc:sldMk cId="1724676332" sldId="263"/>
            <ac:spMk id="3" creationId="{CC0F890D-820E-451E-ADE2-F1659F671635}"/>
          </ac:spMkLst>
        </pc:spChg>
        <pc:spChg chg="add del mod ord">
          <ac:chgData name="niv DVIR" userId="S::nivdvi@my.hit.ac.il::913a2e9d-d3ac-40d8-8854-e7a62d770b5b" providerId="AD" clId="Web-{ED5DE3DE-EC13-0013-8FCA-C7988074D099}" dt="2020-03-09T15:57:37.837" v="1"/>
          <ac:spMkLst>
            <pc:docMk/>
            <pc:sldMk cId="1724676332" sldId="263"/>
            <ac:spMk id="5" creationId="{DC5EA0B6-4305-49BC-8CB4-0E96082E6067}"/>
          </ac:spMkLst>
        </pc:spChg>
        <pc:spChg chg="add del">
          <ac:chgData name="niv DVIR" userId="S::nivdvi@my.hit.ac.il::913a2e9d-d3ac-40d8-8854-e7a62d770b5b" providerId="AD" clId="Web-{ED5DE3DE-EC13-0013-8FCA-C7988074D099}" dt="2020-03-09T15:58:33.259" v="7"/>
          <ac:spMkLst>
            <pc:docMk/>
            <pc:sldMk cId="1724676332" sldId="263"/>
            <ac:spMk id="6" creationId="{201CC55D-ED54-4C5C-95E6-10947BD1103B}"/>
          </ac:spMkLst>
        </pc:spChg>
        <pc:spChg chg="add del">
          <ac:chgData name="niv DVIR" userId="S::nivdvi@my.hit.ac.il::913a2e9d-d3ac-40d8-8854-e7a62d770b5b" providerId="AD" clId="Web-{ED5DE3DE-EC13-0013-8FCA-C7988074D099}" dt="2020-03-09T15:58:01.243" v="2"/>
          <ac:spMkLst>
            <pc:docMk/>
            <pc:sldMk cId="1724676332" sldId="263"/>
            <ac:spMk id="9" creationId="{867D4867-5BA7-4462-B2F6-A23F4A622AA7}"/>
          </ac:spMkLst>
        </pc:spChg>
        <pc:spChg chg="add del">
          <ac:chgData name="niv DVIR" userId="S::nivdvi@my.hit.ac.il::913a2e9d-d3ac-40d8-8854-e7a62d770b5b" providerId="AD" clId="Web-{ED5DE3DE-EC13-0013-8FCA-C7988074D099}" dt="2020-03-09T15:58:33.259" v="7"/>
          <ac:spMkLst>
            <pc:docMk/>
            <pc:sldMk cId="1724676332" sldId="263"/>
            <ac:spMk id="15" creationId="{3873B707-463F-40B0-8227-E8CC6C67EB25}"/>
          </ac:spMkLst>
        </pc:spChg>
        <pc:spChg chg="add del">
          <ac:chgData name="niv DVIR" userId="S::nivdvi@my.hit.ac.il::913a2e9d-d3ac-40d8-8854-e7a62d770b5b" providerId="AD" clId="Web-{ED5DE3DE-EC13-0013-8FCA-C7988074D099}" dt="2020-03-09T15:58:33.259" v="7"/>
          <ac:spMkLst>
            <pc:docMk/>
            <pc:sldMk cId="1724676332" sldId="263"/>
            <ac:spMk id="17" creationId="{C13237C8-E62C-4F0D-A318-BD6FB6C2D138}"/>
          </ac:spMkLst>
        </pc:spChg>
        <pc:spChg chg="add del">
          <ac:chgData name="niv DVIR" userId="S::nivdvi@my.hit.ac.il::913a2e9d-d3ac-40d8-8854-e7a62d770b5b" providerId="AD" clId="Web-{ED5DE3DE-EC13-0013-8FCA-C7988074D099}" dt="2020-03-09T15:58:33.259" v="7"/>
          <ac:spMkLst>
            <pc:docMk/>
            <pc:sldMk cId="1724676332" sldId="263"/>
            <ac:spMk id="19" creationId="{19C9EAEA-39D0-4B0E-A0EB-51E7B26740B1}"/>
          </ac:spMkLst>
        </pc:spChg>
        <pc:grpChg chg="add del">
          <ac:chgData name="niv DVIR" userId="S::nivdvi@my.hit.ac.il::913a2e9d-d3ac-40d8-8854-e7a62d770b5b" providerId="AD" clId="Web-{ED5DE3DE-EC13-0013-8FCA-C7988074D099}" dt="2020-03-09T15:58:33.259" v="7"/>
          <ac:grpSpMkLst>
            <pc:docMk/>
            <pc:sldMk cId="1724676332" sldId="263"/>
            <ac:grpSpMk id="11" creationId="{1DE889C7-FAD6-4397-98E2-05D503484459}"/>
          </ac:grpSpMkLst>
        </pc:grpChg>
        <pc:picChg chg="mod">
          <ac:chgData name="niv DVIR" userId="S::nivdvi@my.hit.ac.il::913a2e9d-d3ac-40d8-8854-e7a62d770b5b" providerId="AD" clId="Web-{ED5DE3DE-EC13-0013-8FCA-C7988074D099}" dt="2020-03-09T15:58:33.259" v="7"/>
          <ac:picMkLst>
            <pc:docMk/>
            <pc:sldMk cId="1724676332" sldId="263"/>
            <ac:picMk id="4" creationId="{8AA1576E-BAEF-46D0-B610-1B0CF1FFB9CF}"/>
          </ac:picMkLst>
        </pc:picChg>
        <pc:cxnChg chg="add">
          <ac:chgData name="niv DVIR" userId="S::nivdvi@my.hit.ac.il::913a2e9d-d3ac-40d8-8854-e7a62d770b5b" providerId="AD" clId="Web-{ED5DE3DE-EC13-0013-8FCA-C7988074D099}" dt="2020-03-09T15:58:33.259" v="7"/>
          <ac:cxnSpMkLst>
            <pc:docMk/>
            <pc:sldMk cId="1724676332" sldId="263"/>
            <ac:cxnSpMk id="24" creationId="{A7F400EE-A8A5-48AF-B4D6-291B52C6F0B0}"/>
          </ac:cxnSpMkLst>
        </pc:cxnChg>
      </pc:sldChg>
    </pc:docChg>
  </pc:docChgLst>
  <pc:docChgLst>
    <pc:chgData name="niv DVIR" userId="S::nivdvi@my.hit.ac.il::913a2e9d-d3ac-40d8-8854-e7a62d770b5b" providerId="AD" clId="Web-{85058895-3C77-825F-1B71-BF82E9D0EBF9}"/>
    <pc:docChg chg="delSld modSld">
      <pc:chgData name="niv DVIR" userId="S::nivdvi@my.hit.ac.il::913a2e9d-d3ac-40d8-8854-e7a62d770b5b" providerId="AD" clId="Web-{85058895-3C77-825F-1B71-BF82E9D0EBF9}" dt="2020-03-09T16:20:09.083" v="647" actId="20577"/>
      <pc:docMkLst>
        <pc:docMk/>
      </pc:docMkLst>
      <pc:sldChg chg="modSp">
        <pc:chgData name="niv DVIR" userId="S::nivdvi@my.hit.ac.il::913a2e9d-d3ac-40d8-8854-e7a62d770b5b" providerId="AD" clId="Web-{85058895-3C77-825F-1B71-BF82E9D0EBF9}" dt="2020-03-09T16:05:06.977" v="42" actId="20577"/>
        <pc:sldMkLst>
          <pc:docMk/>
          <pc:sldMk cId="717112202" sldId="261"/>
        </pc:sldMkLst>
        <pc:spChg chg="mod">
          <ac:chgData name="niv DVIR" userId="S::nivdvi@my.hit.ac.il::913a2e9d-d3ac-40d8-8854-e7a62d770b5b" providerId="AD" clId="Web-{85058895-3C77-825F-1B71-BF82E9D0EBF9}" dt="2020-03-09T16:05:06.977" v="42" actId="20577"/>
          <ac:spMkLst>
            <pc:docMk/>
            <pc:sldMk cId="717112202" sldId="261"/>
            <ac:spMk id="3" creationId="{2A20E802-C116-4FC2-BCC8-DD1DC3C576DC}"/>
          </ac:spMkLst>
        </pc:spChg>
      </pc:sldChg>
      <pc:sldChg chg="delSp modSp del">
        <pc:chgData name="niv DVIR" userId="S::nivdvi@my.hit.ac.il::913a2e9d-d3ac-40d8-8854-e7a62d770b5b" providerId="AD" clId="Web-{85058895-3C77-825F-1B71-BF82E9D0EBF9}" dt="2020-03-09T16:03:13.478" v="31"/>
        <pc:sldMkLst>
          <pc:docMk/>
          <pc:sldMk cId="1724676332" sldId="263"/>
        </pc:sldMkLst>
        <pc:spChg chg="mod">
          <ac:chgData name="niv DVIR" userId="S::nivdvi@my.hit.ac.il::913a2e9d-d3ac-40d8-8854-e7a62d770b5b" providerId="AD" clId="Web-{85058895-3C77-825F-1B71-BF82E9D0EBF9}" dt="2020-03-09T16:02:37.071" v="24" actId="20577"/>
          <ac:spMkLst>
            <pc:docMk/>
            <pc:sldMk cId="1724676332" sldId="263"/>
            <ac:spMk id="3" creationId="{CC0F890D-820E-451E-ADE2-F1659F671635}"/>
          </ac:spMkLst>
        </pc:spChg>
        <pc:picChg chg="del">
          <ac:chgData name="niv DVIR" userId="S::nivdvi@my.hit.ac.il::913a2e9d-d3ac-40d8-8854-e7a62d770b5b" providerId="AD" clId="Web-{85058895-3C77-825F-1B71-BF82E9D0EBF9}" dt="2020-03-09T16:02:46.915" v="26"/>
          <ac:picMkLst>
            <pc:docMk/>
            <pc:sldMk cId="1724676332" sldId="263"/>
            <ac:picMk id="4" creationId="{8AA1576E-BAEF-46D0-B610-1B0CF1FFB9CF}"/>
          </ac:picMkLst>
        </pc:picChg>
      </pc:sldChg>
      <pc:sldChg chg="addSp delSp modSp">
        <pc:chgData name="niv DVIR" userId="S::nivdvi@my.hit.ac.il::913a2e9d-d3ac-40d8-8854-e7a62d770b5b" providerId="AD" clId="Web-{85058895-3C77-825F-1B71-BF82E9D0EBF9}" dt="2020-03-09T16:12:28.304" v="408" actId="20577"/>
        <pc:sldMkLst>
          <pc:docMk/>
          <pc:sldMk cId="147102879" sldId="264"/>
        </pc:sldMkLst>
        <pc:spChg chg="mod">
          <ac:chgData name="niv DVIR" userId="S::nivdvi@my.hit.ac.il::913a2e9d-d3ac-40d8-8854-e7a62d770b5b" providerId="AD" clId="Web-{85058895-3C77-825F-1B71-BF82E9D0EBF9}" dt="2020-03-09T16:00:58.134" v="6" actId="20577"/>
          <ac:spMkLst>
            <pc:docMk/>
            <pc:sldMk cId="147102879" sldId="264"/>
            <ac:spMk id="2" creationId="{729911E8-E4A9-4976-99D7-6192130BB431}"/>
          </ac:spMkLst>
        </pc:spChg>
        <pc:spChg chg="mod">
          <ac:chgData name="niv DVIR" userId="S::nivdvi@my.hit.ac.il::913a2e9d-d3ac-40d8-8854-e7a62d770b5b" providerId="AD" clId="Web-{85058895-3C77-825F-1B71-BF82E9D0EBF9}" dt="2020-03-09T16:12:28.304" v="408" actId="20577"/>
          <ac:spMkLst>
            <pc:docMk/>
            <pc:sldMk cId="147102879" sldId="264"/>
            <ac:spMk id="3" creationId="{9AF823F0-B65D-4E69-8B61-D0743322F519}"/>
          </ac:spMkLst>
        </pc:spChg>
        <pc:picChg chg="add del mod">
          <ac:chgData name="niv DVIR" userId="S::nivdvi@my.hit.ac.il::913a2e9d-d3ac-40d8-8854-e7a62d770b5b" providerId="AD" clId="Web-{85058895-3C77-825F-1B71-BF82E9D0EBF9}" dt="2020-03-09T16:03:02.245" v="30"/>
          <ac:picMkLst>
            <pc:docMk/>
            <pc:sldMk cId="147102879" sldId="264"/>
            <ac:picMk id="4" creationId="{CE6DA581-CB1E-4528-8ED7-BA199675EDBD}"/>
          </ac:picMkLst>
        </pc:picChg>
        <pc:picChg chg="add mod">
          <ac:chgData name="niv DVIR" userId="S::nivdvi@my.hit.ac.il::913a2e9d-d3ac-40d8-8854-e7a62d770b5b" providerId="AD" clId="Web-{85058895-3C77-825F-1B71-BF82E9D0EBF9}" dt="2020-03-09T16:03:49.493" v="35" actId="1076"/>
          <ac:picMkLst>
            <pc:docMk/>
            <pc:sldMk cId="147102879" sldId="264"/>
            <ac:picMk id="6" creationId="{6767C16F-A90F-413A-B1AA-A6E79A6A3636}"/>
          </ac:picMkLst>
        </pc:picChg>
      </pc:sldChg>
      <pc:sldChg chg="modSp">
        <pc:chgData name="niv DVIR" userId="S::nivdvi@my.hit.ac.il::913a2e9d-d3ac-40d8-8854-e7a62d770b5b" providerId="AD" clId="Web-{85058895-3C77-825F-1B71-BF82E9D0EBF9}" dt="2020-03-09T16:20:09.083" v="646" actId="20577"/>
        <pc:sldMkLst>
          <pc:docMk/>
          <pc:sldMk cId="3731714224" sldId="265"/>
        </pc:sldMkLst>
        <pc:spChg chg="mod">
          <ac:chgData name="niv DVIR" userId="S::nivdvi@my.hit.ac.il::913a2e9d-d3ac-40d8-8854-e7a62d770b5b" providerId="AD" clId="Web-{85058895-3C77-825F-1B71-BF82E9D0EBF9}" dt="2020-03-09T16:13:53.553" v="416" actId="20577"/>
          <ac:spMkLst>
            <pc:docMk/>
            <pc:sldMk cId="3731714224" sldId="265"/>
            <ac:spMk id="2" creationId="{5DE473D2-6D2E-4162-BCB9-F77DBB310B36}"/>
          </ac:spMkLst>
        </pc:spChg>
        <pc:spChg chg="mod">
          <ac:chgData name="niv DVIR" userId="S::nivdvi@my.hit.ac.il::913a2e9d-d3ac-40d8-8854-e7a62d770b5b" providerId="AD" clId="Web-{85058895-3C77-825F-1B71-BF82E9D0EBF9}" dt="2020-03-09T16:20:09.083" v="646" actId="20577"/>
          <ac:spMkLst>
            <pc:docMk/>
            <pc:sldMk cId="3731714224" sldId="265"/>
            <ac:spMk id="3" creationId="{87F022A6-AB2D-4B06-9196-E0B2EB866420}"/>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E4D38FE-E23E-4B6A-BF94-F173787A2135}" type="doc">
      <dgm:prSet loTypeId="urn:microsoft.com/office/officeart/2005/8/layout/orgChart1" loCatId="hierarchy" qsTypeId="urn:microsoft.com/office/officeart/2005/8/quickstyle/simple1" qsCatId="simple" csTypeId="urn:microsoft.com/office/officeart/2005/8/colors/colorful4" csCatId="colorful" phldr="1"/>
      <dgm:spPr/>
      <dgm:t>
        <a:bodyPr/>
        <a:lstStyle/>
        <a:p>
          <a:pPr rtl="1"/>
          <a:endParaRPr lang="he-IL"/>
        </a:p>
      </dgm:t>
    </dgm:pt>
    <dgm:pt modelId="{18678C63-8885-4B84-B193-9E9801FABAA0}">
      <dgm:prSet phldrT="[טקסט]" phldr="0"/>
      <dgm:spPr/>
      <dgm:t>
        <a:bodyPr/>
        <a:lstStyle/>
        <a:p>
          <a:pPr rtl="1"/>
          <a:r>
            <a:rPr lang="he-IL" b="0" i="0" u="none" strike="noStrike" cap="none" baseline="0" noProof="0" dirty="0">
              <a:latin typeface="Arial"/>
              <a:cs typeface="Arial"/>
            </a:rPr>
            <a:t>התקווה </a:t>
          </a:r>
          <a:endParaRPr lang="he-IL" dirty="0">
            <a:latin typeface="Arial"/>
            <a:cs typeface="Arial"/>
          </a:endParaRPr>
        </a:p>
      </dgm:t>
    </dgm:pt>
    <dgm:pt modelId="{5B67D294-2C29-4CBC-B74A-709C9AF68E25}" type="parTrans" cxnId="{D8B5A27F-3B16-4D39-BBE8-B454F3178062}">
      <dgm:prSet/>
      <dgm:spPr/>
      <dgm:t>
        <a:bodyPr/>
        <a:lstStyle/>
        <a:p>
          <a:pPr rtl="1"/>
          <a:endParaRPr lang="he-IL"/>
        </a:p>
      </dgm:t>
    </dgm:pt>
    <dgm:pt modelId="{842D1F74-0C69-4D1E-9B06-27BAF0458207}" type="sibTrans" cxnId="{D8B5A27F-3B16-4D39-BBE8-B454F3178062}">
      <dgm:prSet/>
      <dgm:spPr/>
      <dgm:t>
        <a:bodyPr/>
        <a:lstStyle/>
        <a:p>
          <a:pPr rtl="1"/>
          <a:endParaRPr lang="he-IL"/>
        </a:p>
      </dgm:t>
    </dgm:pt>
    <dgm:pt modelId="{31652CF7-1268-45D7-8C8E-A45E5D18455F}">
      <dgm:prSet phldrT="[טקסט]" phldr="0"/>
      <dgm:spPr/>
      <dgm:t>
        <a:bodyPr/>
        <a:lstStyle/>
        <a:p>
          <a:pPr rtl="1"/>
          <a:r>
            <a:rPr lang="he-IL" dirty="0">
              <a:latin typeface="Arial"/>
              <a:cs typeface="Arial"/>
            </a:rPr>
            <a:t>אני ואתה</a:t>
          </a:r>
        </a:p>
      </dgm:t>
    </dgm:pt>
    <dgm:pt modelId="{E6EE5E9B-E2E0-4686-BFD1-11092BA8AC88}" type="parTrans" cxnId="{F78FBA6B-A0AD-4777-AB5A-A3D6D0FFFDB1}">
      <dgm:prSet/>
      <dgm:spPr/>
      <dgm:t>
        <a:bodyPr/>
        <a:lstStyle/>
        <a:p>
          <a:pPr rtl="1"/>
          <a:endParaRPr lang="he-IL"/>
        </a:p>
      </dgm:t>
    </dgm:pt>
    <dgm:pt modelId="{FB51E392-D21F-4A4C-A7D1-54DE0DA0B5E3}" type="sibTrans" cxnId="{F78FBA6B-A0AD-4777-AB5A-A3D6D0FFFDB1}">
      <dgm:prSet/>
      <dgm:spPr/>
      <dgm:t>
        <a:bodyPr/>
        <a:lstStyle/>
        <a:p>
          <a:pPr rtl="1"/>
          <a:endParaRPr lang="he-IL"/>
        </a:p>
      </dgm:t>
    </dgm:pt>
    <dgm:pt modelId="{6BF46C97-C725-47D6-94D7-EA86B5F80A1D}">
      <dgm:prSet phldr="0"/>
      <dgm:spPr/>
      <dgm:t>
        <a:bodyPr/>
        <a:lstStyle/>
        <a:p>
          <a:pPr rtl="1"/>
          <a:r>
            <a:rPr lang="he-IL" b="0" i="0" u="none" strike="noStrike" cap="none" baseline="0" noProof="0" dirty="0">
              <a:latin typeface="Arial"/>
              <a:cs typeface="Arial"/>
            </a:rPr>
            <a:t>מלודיה</a:t>
          </a:r>
        </a:p>
      </dgm:t>
    </dgm:pt>
    <dgm:pt modelId="{F3DB653A-C5F3-4D59-AAEF-EF3E03D19DED}" type="parTrans" cxnId="{CC1B9B0A-7810-4704-AD56-1ACCB1DE519A}">
      <dgm:prSet/>
      <dgm:spPr/>
    </dgm:pt>
    <dgm:pt modelId="{DA0E9F3E-8C1E-47C8-88D3-2006DB30292C}" type="sibTrans" cxnId="{CC1B9B0A-7810-4704-AD56-1ACCB1DE519A}">
      <dgm:prSet/>
      <dgm:spPr/>
    </dgm:pt>
    <dgm:pt modelId="{46929ABC-211D-4475-8931-860D298AB6EF}">
      <dgm:prSet phldr="0"/>
      <dgm:spPr/>
      <dgm:t>
        <a:bodyPr/>
        <a:lstStyle/>
        <a:p>
          <a:pPr rtl="1"/>
          <a:r>
            <a:rPr lang="he-IL" dirty="0">
              <a:latin typeface="Arial"/>
              <a:cs typeface="Arial"/>
            </a:rPr>
            <a:t>Gimme</a:t>
          </a:r>
        </a:p>
      </dgm:t>
    </dgm:pt>
    <dgm:pt modelId="{CF1F81E3-3EFB-4BA7-B2B8-96C8411FAA04}" type="parTrans" cxnId="{6FC98D39-08D8-4077-A434-C479CD5324B8}">
      <dgm:prSet/>
      <dgm:spPr/>
      <dgm:t>
        <a:bodyPr/>
        <a:lstStyle/>
        <a:p>
          <a:pPr rtl="1"/>
          <a:endParaRPr lang="he-IL"/>
        </a:p>
      </dgm:t>
    </dgm:pt>
    <dgm:pt modelId="{565309FA-018D-4F7E-BB15-BF496E97C86C}" type="sibTrans" cxnId="{6FC98D39-08D8-4077-A434-C479CD5324B8}">
      <dgm:prSet/>
      <dgm:spPr/>
    </dgm:pt>
    <dgm:pt modelId="{A0F8C72C-C85B-4AD2-8567-1AE290999392}">
      <dgm:prSet phldr="0"/>
      <dgm:spPr/>
      <dgm:t>
        <a:bodyPr/>
        <a:lstStyle/>
        <a:p>
          <a:pPr rtl="1"/>
          <a:r>
            <a:rPr lang="he-IL" dirty="0">
              <a:latin typeface="Arial"/>
              <a:cs typeface="Arial"/>
            </a:rPr>
            <a:t>Frame1</a:t>
          </a:r>
        </a:p>
      </dgm:t>
    </dgm:pt>
    <dgm:pt modelId="{F95EFCA9-EAD5-4F18-995A-C2CF36D3713C}" type="parTrans" cxnId="{72F480BA-D0BF-47A8-B780-413034D37ACA}">
      <dgm:prSet/>
      <dgm:spPr/>
    </dgm:pt>
    <dgm:pt modelId="{B534050C-DF26-4DE6-AED0-ADFC3C3A1FF8}" type="sibTrans" cxnId="{72F480BA-D0BF-47A8-B780-413034D37ACA}">
      <dgm:prSet/>
      <dgm:spPr/>
    </dgm:pt>
    <dgm:pt modelId="{8D834EA7-15D0-412E-8F3C-AB3C7ACA3FC3}">
      <dgm:prSet phldr="0"/>
      <dgm:spPr/>
      <dgm:t>
        <a:bodyPr/>
        <a:lstStyle/>
        <a:p>
          <a:pPr rtl="1"/>
          <a:r>
            <a:rPr lang="he-IL" dirty="0">
              <a:latin typeface="Arial"/>
              <a:cs typeface="Arial"/>
            </a:rPr>
            <a:t>Frame2</a:t>
          </a:r>
        </a:p>
      </dgm:t>
    </dgm:pt>
    <dgm:pt modelId="{7369FC0C-ADA1-429E-83B8-F88FB64A7CF2}" type="parTrans" cxnId="{BDE2FA98-CA23-41DE-BD1D-277523048FAB}">
      <dgm:prSet/>
      <dgm:spPr/>
    </dgm:pt>
    <dgm:pt modelId="{8760A303-43B0-42C5-B41B-5879212A2B97}" type="sibTrans" cxnId="{BDE2FA98-CA23-41DE-BD1D-277523048FAB}">
      <dgm:prSet/>
      <dgm:spPr/>
    </dgm:pt>
    <dgm:pt modelId="{9CAD7B60-C9C6-4F26-9766-56CAB6860D5F}">
      <dgm:prSet phldr="0"/>
      <dgm:spPr/>
      <dgm:t>
        <a:bodyPr/>
        <a:lstStyle/>
        <a:p>
          <a:pPr rtl="1"/>
          <a:r>
            <a:rPr lang="he-IL" dirty="0">
              <a:latin typeface="Arial"/>
              <a:cs typeface="Arial"/>
            </a:rPr>
            <a:t>WAV1</a:t>
          </a:r>
        </a:p>
      </dgm:t>
    </dgm:pt>
    <dgm:pt modelId="{1260190F-BB72-4886-8DEE-10A4873B38F6}" type="parTrans" cxnId="{39F1536B-6823-494A-A55D-CE4413019A68}">
      <dgm:prSet/>
      <dgm:spPr/>
    </dgm:pt>
    <dgm:pt modelId="{27B292D5-3830-4A0C-9B79-469A14B16B6E}" type="sibTrans" cxnId="{39F1536B-6823-494A-A55D-CE4413019A68}">
      <dgm:prSet/>
      <dgm:spPr/>
    </dgm:pt>
    <dgm:pt modelId="{D656EE07-A149-459D-A8AD-76A276C004F3}">
      <dgm:prSet phldr="0"/>
      <dgm:spPr/>
      <dgm:t>
        <a:bodyPr/>
        <a:lstStyle/>
        <a:p>
          <a:pPr rtl="1"/>
          <a:r>
            <a:rPr lang="he-IL" dirty="0">
              <a:latin typeface="Arial"/>
              <a:cs typeface="Arial"/>
            </a:rPr>
            <a:t>...</a:t>
          </a:r>
        </a:p>
      </dgm:t>
    </dgm:pt>
    <dgm:pt modelId="{E6FC9F0A-3DC4-41B3-A3AC-BB8B4697FFEE}" type="parTrans" cxnId="{13BEF7D6-7F97-440A-89D8-6285E7A1EB32}">
      <dgm:prSet/>
      <dgm:spPr/>
    </dgm:pt>
    <dgm:pt modelId="{EEF00EC1-542A-4F77-A16B-54FB84230651}" type="sibTrans" cxnId="{13BEF7D6-7F97-440A-89D8-6285E7A1EB32}">
      <dgm:prSet/>
      <dgm:spPr/>
    </dgm:pt>
    <dgm:pt modelId="{F9D61E65-C705-4417-82C5-3697CDE9786F}">
      <dgm:prSet phldr="0"/>
      <dgm:spPr/>
      <dgm:t>
        <a:bodyPr/>
        <a:lstStyle/>
        <a:p>
          <a:pPr rtl="1"/>
          <a:r>
            <a:rPr lang="he-IL" dirty="0">
              <a:latin typeface="Arial"/>
              <a:cs typeface="Arial"/>
            </a:rPr>
            <a:t>WAV2</a:t>
          </a:r>
        </a:p>
      </dgm:t>
    </dgm:pt>
    <dgm:pt modelId="{A8A6742A-3A09-488A-AF23-2F94BDF62D04}" type="parTrans" cxnId="{809F74C3-B606-42AB-B761-5F862C6979EE}">
      <dgm:prSet/>
      <dgm:spPr/>
    </dgm:pt>
    <dgm:pt modelId="{0387E8BA-FF9A-42DB-A072-AE3102724FBA}" type="sibTrans" cxnId="{809F74C3-B606-42AB-B761-5F862C6979EE}">
      <dgm:prSet/>
      <dgm:spPr/>
    </dgm:pt>
    <dgm:pt modelId="{57594793-BE03-475A-B08D-A189DF78B15B}">
      <dgm:prSet phldr="0"/>
      <dgm:spPr/>
      <dgm:t>
        <a:bodyPr/>
        <a:lstStyle/>
        <a:p>
          <a:pPr rtl="1"/>
          <a:r>
            <a:rPr lang="he-IL" dirty="0">
              <a:latin typeface="Arial"/>
              <a:cs typeface="Arial"/>
            </a:rPr>
            <a:t>...</a:t>
          </a:r>
        </a:p>
      </dgm:t>
    </dgm:pt>
    <dgm:pt modelId="{B87C94F0-0143-4B8F-AB3C-8420076F7807}" type="parTrans" cxnId="{8003A585-404D-4561-8DF3-9EFD979DAAFD}">
      <dgm:prSet/>
      <dgm:spPr/>
    </dgm:pt>
    <dgm:pt modelId="{61338189-BE4C-4C54-A30D-91AD0A6CCF50}" type="sibTrans" cxnId="{8003A585-404D-4561-8DF3-9EFD979DAAFD}">
      <dgm:prSet/>
      <dgm:spPr/>
    </dgm:pt>
    <dgm:pt modelId="{8E838114-FA73-4BA4-B36A-1D60479884D2}">
      <dgm:prSet phldr="0"/>
      <dgm:spPr/>
      <dgm:t>
        <a:bodyPr/>
        <a:lstStyle/>
        <a:p>
          <a:pPr rtl="1"/>
          <a:r>
            <a:rPr lang="he-IL" dirty="0">
              <a:latin typeface="Arial"/>
              <a:cs typeface="Arial"/>
            </a:rPr>
            <a:t>...</a:t>
          </a:r>
        </a:p>
      </dgm:t>
    </dgm:pt>
    <dgm:pt modelId="{0E11A10A-BA18-4548-855F-5314A4C3F0E2}" type="parTrans" cxnId="{2AE38A72-43F8-4A3B-8D5F-9A6C8C5F4907}">
      <dgm:prSet/>
      <dgm:spPr/>
    </dgm:pt>
    <dgm:pt modelId="{A2789385-6855-447E-B803-268ABD33EE64}" type="sibTrans" cxnId="{2AE38A72-43F8-4A3B-8D5F-9A6C8C5F4907}">
      <dgm:prSet/>
      <dgm:spPr/>
    </dgm:pt>
    <dgm:pt modelId="{60BA1175-3954-446B-ABB3-06DF700ACB16}" type="pres">
      <dgm:prSet presAssocID="{5E4D38FE-E23E-4B6A-BF94-F173787A2135}" presName="hierChild1" presStyleCnt="0">
        <dgm:presLayoutVars>
          <dgm:orgChart val="1"/>
          <dgm:chPref val="1"/>
          <dgm:dir/>
          <dgm:animOne val="branch"/>
          <dgm:animLvl val="lvl"/>
          <dgm:resizeHandles/>
        </dgm:presLayoutVars>
      </dgm:prSet>
      <dgm:spPr/>
    </dgm:pt>
    <dgm:pt modelId="{D0087B23-DA4C-4066-B1FD-CAA5343EA738}" type="pres">
      <dgm:prSet presAssocID="{6BF46C97-C725-47D6-94D7-EA86B5F80A1D}" presName="hierRoot1" presStyleCnt="0">
        <dgm:presLayoutVars>
          <dgm:hierBranch val="init"/>
        </dgm:presLayoutVars>
      </dgm:prSet>
      <dgm:spPr/>
    </dgm:pt>
    <dgm:pt modelId="{12877AC0-36AD-4F87-B748-71A516EDE3C4}" type="pres">
      <dgm:prSet presAssocID="{6BF46C97-C725-47D6-94D7-EA86B5F80A1D}" presName="rootComposite1" presStyleCnt="0"/>
      <dgm:spPr/>
    </dgm:pt>
    <dgm:pt modelId="{1DB9D7E9-F308-4BB3-A30D-2692A2A68CBE}" type="pres">
      <dgm:prSet presAssocID="{6BF46C97-C725-47D6-94D7-EA86B5F80A1D}" presName="rootText1" presStyleLbl="node0" presStyleIdx="0" presStyleCnt="1">
        <dgm:presLayoutVars>
          <dgm:chPref val="3"/>
        </dgm:presLayoutVars>
      </dgm:prSet>
      <dgm:spPr/>
    </dgm:pt>
    <dgm:pt modelId="{7064E6C5-F189-4881-854E-EB68617723E2}" type="pres">
      <dgm:prSet presAssocID="{6BF46C97-C725-47D6-94D7-EA86B5F80A1D}" presName="rootConnector1" presStyleLbl="node1" presStyleIdx="0" presStyleCnt="0"/>
      <dgm:spPr/>
    </dgm:pt>
    <dgm:pt modelId="{115F5C48-F5C1-453A-A473-886DE46AC070}" type="pres">
      <dgm:prSet presAssocID="{6BF46C97-C725-47D6-94D7-EA86B5F80A1D}" presName="hierChild2" presStyleCnt="0"/>
      <dgm:spPr/>
    </dgm:pt>
    <dgm:pt modelId="{FB76EEDB-2422-4C3A-BEB5-702645817086}" type="pres">
      <dgm:prSet presAssocID="{5B67D294-2C29-4CBC-B74A-709C9AF68E25}" presName="Name37" presStyleLbl="parChTrans1D2" presStyleIdx="0" presStyleCnt="4"/>
      <dgm:spPr/>
    </dgm:pt>
    <dgm:pt modelId="{2505863C-EB86-4B53-90F4-EF04A4A14A71}" type="pres">
      <dgm:prSet presAssocID="{18678C63-8885-4B84-B193-9E9801FABAA0}" presName="hierRoot2" presStyleCnt="0">
        <dgm:presLayoutVars>
          <dgm:hierBranch val="init"/>
        </dgm:presLayoutVars>
      </dgm:prSet>
      <dgm:spPr/>
    </dgm:pt>
    <dgm:pt modelId="{A159A6F6-1639-4A75-853E-9BCE9B3AB1E8}" type="pres">
      <dgm:prSet presAssocID="{18678C63-8885-4B84-B193-9E9801FABAA0}" presName="rootComposite" presStyleCnt="0"/>
      <dgm:spPr/>
    </dgm:pt>
    <dgm:pt modelId="{39AD74EB-F4E3-4AA3-95AB-70BC49140795}" type="pres">
      <dgm:prSet presAssocID="{18678C63-8885-4B84-B193-9E9801FABAA0}" presName="rootText" presStyleLbl="node2" presStyleIdx="0" presStyleCnt="4">
        <dgm:presLayoutVars>
          <dgm:chPref val="3"/>
        </dgm:presLayoutVars>
      </dgm:prSet>
      <dgm:spPr/>
    </dgm:pt>
    <dgm:pt modelId="{995E93A6-B3BC-4845-977F-BC280B859CFF}" type="pres">
      <dgm:prSet presAssocID="{18678C63-8885-4B84-B193-9E9801FABAA0}" presName="rootConnector" presStyleLbl="node2" presStyleIdx="0" presStyleCnt="4"/>
      <dgm:spPr/>
    </dgm:pt>
    <dgm:pt modelId="{B4AB0B25-1124-4F5C-B276-23BF433DBD23}" type="pres">
      <dgm:prSet presAssocID="{18678C63-8885-4B84-B193-9E9801FABAA0}" presName="hierChild4" presStyleCnt="0"/>
      <dgm:spPr/>
    </dgm:pt>
    <dgm:pt modelId="{0449FADC-1D9F-4965-881F-42D38E5719D3}" type="pres">
      <dgm:prSet presAssocID="{1260190F-BB72-4886-8DEE-10A4873B38F6}" presName="Name37" presStyleLbl="parChTrans1D3" presStyleIdx="0" presStyleCnt="3"/>
      <dgm:spPr/>
    </dgm:pt>
    <dgm:pt modelId="{264AF3F6-6E79-42FE-82B0-E5CDF7B3789C}" type="pres">
      <dgm:prSet presAssocID="{9CAD7B60-C9C6-4F26-9766-56CAB6860D5F}" presName="hierRoot2" presStyleCnt="0">
        <dgm:presLayoutVars>
          <dgm:hierBranch val="init"/>
        </dgm:presLayoutVars>
      </dgm:prSet>
      <dgm:spPr/>
    </dgm:pt>
    <dgm:pt modelId="{1977FC58-F71E-4607-87B9-E7D06EF2C8D7}" type="pres">
      <dgm:prSet presAssocID="{9CAD7B60-C9C6-4F26-9766-56CAB6860D5F}" presName="rootComposite" presStyleCnt="0"/>
      <dgm:spPr/>
    </dgm:pt>
    <dgm:pt modelId="{8916C649-0DF1-4435-8288-333E3777F9BB}" type="pres">
      <dgm:prSet presAssocID="{9CAD7B60-C9C6-4F26-9766-56CAB6860D5F}" presName="rootText" presStyleLbl="node3" presStyleIdx="0" presStyleCnt="3">
        <dgm:presLayoutVars>
          <dgm:chPref val="3"/>
        </dgm:presLayoutVars>
      </dgm:prSet>
      <dgm:spPr/>
    </dgm:pt>
    <dgm:pt modelId="{133BE155-BD6B-4472-8D87-35C845435C11}" type="pres">
      <dgm:prSet presAssocID="{9CAD7B60-C9C6-4F26-9766-56CAB6860D5F}" presName="rootConnector" presStyleLbl="node3" presStyleIdx="0" presStyleCnt="3"/>
      <dgm:spPr/>
    </dgm:pt>
    <dgm:pt modelId="{B3EEE87E-401F-4D80-9C4D-48C34057434F}" type="pres">
      <dgm:prSet presAssocID="{9CAD7B60-C9C6-4F26-9766-56CAB6860D5F}" presName="hierChild4" presStyleCnt="0"/>
      <dgm:spPr/>
    </dgm:pt>
    <dgm:pt modelId="{E43E3DBD-B092-4733-B0C2-F307DC8A6FAC}" type="pres">
      <dgm:prSet presAssocID="{F95EFCA9-EAD5-4F18-995A-C2CF36D3713C}" presName="Name37" presStyleLbl="parChTrans1D4" presStyleIdx="0" presStyleCnt="3"/>
      <dgm:spPr/>
    </dgm:pt>
    <dgm:pt modelId="{F03120A5-7D28-4204-AA1E-D3CB42D4A972}" type="pres">
      <dgm:prSet presAssocID="{A0F8C72C-C85B-4AD2-8567-1AE290999392}" presName="hierRoot2" presStyleCnt="0">
        <dgm:presLayoutVars>
          <dgm:hierBranch val="init"/>
        </dgm:presLayoutVars>
      </dgm:prSet>
      <dgm:spPr/>
    </dgm:pt>
    <dgm:pt modelId="{74927D6F-ABCA-4F7A-8355-3879FFA2C6D5}" type="pres">
      <dgm:prSet presAssocID="{A0F8C72C-C85B-4AD2-8567-1AE290999392}" presName="rootComposite" presStyleCnt="0"/>
      <dgm:spPr/>
    </dgm:pt>
    <dgm:pt modelId="{9E03F5C6-832D-479B-B77B-0EB15308E214}" type="pres">
      <dgm:prSet presAssocID="{A0F8C72C-C85B-4AD2-8567-1AE290999392}" presName="rootText" presStyleLbl="node4" presStyleIdx="0" presStyleCnt="3">
        <dgm:presLayoutVars>
          <dgm:chPref val="3"/>
        </dgm:presLayoutVars>
      </dgm:prSet>
      <dgm:spPr/>
    </dgm:pt>
    <dgm:pt modelId="{81AEAB2B-A37E-4453-9858-5312537CF0A2}" type="pres">
      <dgm:prSet presAssocID="{A0F8C72C-C85B-4AD2-8567-1AE290999392}" presName="rootConnector" presStyleLbl="node4" presStyleIdx="0" presStyleCnt="3"/>
      <dgm:spPr/>
    </dgm:pt>
    <dgm:pt modelId="{32F45AE9-A249-48DE-8596-2BA8FBCF4EDE}" type="pres">
      <dgm:prSet presAssocID="{A0F8C72C-C85B-4AD2-8567-1AE290999392}" presName="hierChild4" presStyleCnt="0"/>
      <dgm:spPr/>
    </dgm:pt>
    <dgm:pt modelId="{DB547656-4EEC-4214-823C-3A46BA2B4DCD}" type="pres">
      <dgm:prSet presAssocID="{A0F8C72C-C85B-4AD2-8567-1AE290999392}" presName="hierChild5" presStyleCnt="0"/>
      <dgm:spPr/>
    </dgm:pt>
    <dgm:pt modelId="{1052A804-14BE-465D-942C-3E0088F77B9B}" type="pres">
      <dgm:prSet presAssocID="{7369FC0C-ADA1-429E-83B8-F88FB64A7CF2}" presName="Name37" presStyleLbl="parChTrans1D4" presStyleIdx="1" presStyleCnt="3"/>
      <dgm:spPr/>
    </dgm:pt>
    <dgm:pt modelId="{C9FFA48F-C574-447B-8FC6-B980AB2F2AA6}" type="pres">
      <dgm:prSet presAssocID="{8D834EA7-15D0-412E-8F3C-AB3C7ACA3FC3}" presName="hierRoot2" presStyleCnt="0">
        <dgm:presLayoutVars>
          <dgm:hierBranch val="init"/>
        </dgm:presLayoutVars>
      </dgm:prSet>
      <dgm:spPr/>
    </dgm:pt>
    <dgm:pt modelId="{1EFFCFB0-24B4-4CA4-9342-487328849111}" type="pres">
      <dgm:prSet presAssocID="{8D834EA7-15D0-412E-8F3C-AB3C7ACA3FC3}" presName="rootComposite" presStyleCnt="0"/>
      <dgm:spPr/>
    </dgm:pt>
    <dgm:pt modelId="{310D4064-AE4F-4B6A-9B56-56503FBF9A41}" type="pres">
      <dgm:prSet presAssocID="{8D834EA7-15D0-412E-8F3C-AB3C7ACA3FC3}" presName="rootText" presStyleLbl="node4" presStyleIdx="1" presStyleCnt="3">
        <dgm:presLayoutVars>
          <dgm:chPref val="3"/>
        </dgm:presLayoutVars>
      </dgm:prSet>
      <dgm:spPr/>
    </dgm:pt>
    <dgm:pt modelId="{EA8100CD-C8F7-4BCB-93DE-7BBC3F6DA747}" type="pres">
      <dgm:prSet presAssocID="{8D834EA7-15D0-412E-8F3C-AB3C7ACA3FC3}" presName="rootConnector" presStyleLbl="node4" presStyleIdx="1" presStyleCnt="3"/>
      <dgm:spPr/>
    </dgm:pt>
    <dgm:pt modelId="{6398C75A-4C22-4AD2-920E-C0C9B274DAFD}" type="pres">
      <dgm:prSet presAssocID="{8D834EA7-15D0-412E-8F3C-AB3C7ACA3FC3}" presName="hierChild4" presStyleCnt="0"/>
      <dgm:spPr/>
    </dgm:pt>
    <dgm:pt modelId="{A938FD5C-2D0F-4D60-B376-F68E2A20431E}" type="pres">
      <dgm:prSet presAssocID="{8D834EA7-15D0-412E-8F3C-AB3C7ACA3FC3}" presName="hierChild5" presStyleCnt="0"/>
      <dgm:spPr/>
    </dgm:pt>
    <dgm:pt modelId="{A6AB3A76-2341-4E2D-94FE-E6E6C8F3EB5B}" type="pres">
      <dgm:prSet presAssocID="{E6FC9F0A-3DC4-41B3-A3AC-BB8B4697FFEE}" presName="Name37" presStyleLbl="parChTrans1D4" presStyleIdx="2" presStyleCnt="3"/>
      <dgm:spPr/>
    </dgm:pt>
    <dgm:pt modelId="{6A90B736-3480-4075-BFFF-5CA84EDFE8C1}" type="pres">
      <dgm:prSet presAssocID="{D656EE07-A149-459D-A8AD-76A276C004F3}" presName="hierRoot2" presStyleCnt="0">
        <dgm:presLayoutVars>
          <dgm:hierBranch val="init"/>
        </dgm:presLayoutVars>
      </dgm:prSet>
      <dgm:spPr/>
    </dgm:pt>
    <dgm:pt modelId="{EAEFF7E2-4863-4D6F-92E2-D8AFA40CAC16}" type="pres">
      <dgm:prSet presAssocID="{D656EE07-A149-459D-A8AD-76A276C004F3}" presName="rootComposite" presStyleCnt="0"/>
      <dgm:spPr/>
    </dgm:pt>
    <dgm:pt modelId="{8D8219B0-AFDC-49C4-9435-8C105C9579CC}" type="pres">
      <dgm:prSet presAssocID="{D656EE07-A149-459D-A8AD-76A276C004F3}" presName="rootText" presStyleLbl="node4" presStyleIdx="2" presStyleCnt="3">
        <dgm:presLayoutVars>
          <dgm:chPref val="3"/>
        </dgm:presLayoutVars>
      </dgm:prSet>
      <dgm:spPr/>
    </dgm:pt>
    <dgm:pt modelId="{EECBBF08-BCE8-44FA-AA6C-B8934966C56C}" type="pres">
      <dgm:prSet presAssocID="{D656EE07-A149-459D-A8AD-76A276C004F3}" presName="rootConnector" presStyleLbl="node4" presStyleIdx="2" presStyleCnt="3"/>
      <dgm:spPr/>
    </dgm:pt>
    <dgm:pt modelId="{9EE68ADA-316B-4CD5-8050-1C89A4A95A75}" type="pres">
      <dgm:prSet presAssocID="{D656EE07-A149-459D-A8AD-76A276C004F3}" presName="hierChild4" presStyleCnt="0"/>
      <dgm:spPr/>
    </dgm:pt>
    <dgm:pt modelId="{4E2A5E1D-D538-4F15-B945-4C838AA372D8}" type="pres">
      <dgm:prSet presAssocID="{D656EE07-A149-459D-A8AD-76A276C004F3}" presName="hierChild5" presStyleCnt="0"/>
      <dgm:spPr/>
    </dgm:pt>
    <dgm:pt modelId="{0662EBA7-FDF5-46A4-9919-EEF22D1473C6}" type="pres">
      <dgm:prSet presAssocID="{9CAD7B60-C9C6-4F26-9766-56CAB6860D5F}" presName="hierChild5" presStyleCnt="0"/>
      <dgm:spPr/>
    </dgm:pt>
    <dgm:pt modelId="{01DDFBFD-9BEB-4272-B086-406F8265C1BA}" type="pres">
      <dgm:prSet presAssocID="{A8A6742A-3A09-488A-AF23-2F94BDF62D04}" presName="Name37" presStyleLbl="parChTrans1D3" presStyleIdx="1" presStyleCnt="3"/>
      <dgm:spPr/>
    </dgm:pt>
    <dgm:pt modelId="{3F48CD29-B940-4589-8863-CCEF1CC8B4A0}" type="pres">
      <dgm:prSet presAssocID="{F9D61E65-C705-4417-82C5-3697CDE9786F}" presName="hierRoot2" presStyleCnt="0">
        <dgm:presLayoutVars>
          <dgm:hierBranch val="init"/>
        </dgm:presLayoutVars>
      </dgm:prSet>
      <dgm:spPr/>
    </dgm:pt>
    <dgm:pt modelId="{744B0E7C-BCF8-42B2-9ED4-0681A3FFF629}" type="pres">
      <dgm:prSet presAssocID="{F9D61E65-C705-4417-82C5-3697CDE9786F}" presName="rootComposite" presStyleCnt="0"/>
      <dgm:spPr/>
    </dgm:pt>
    <dgm:pt modelId="{7DDEE3A3-8F4F-4CF2-AE88-A658106D1B22}" type="pres">
      <dgm:prSet presAssocID="{F9D61E65-C705-4417-82C5-3697CDE9786F}" presName="rootText" presStyleLbl="node3" presStyleIdx="1" presStyleCnt="3">
        <dgm:presLayoutVars>
          <dgm:chPref val="3"/>
        </dgm:presLayoutVars>
      </dgm:prSet>
      <dgm:spPr/>
    </dgm:pt>
    <dgm:pt modelId="{78535601-6CD5-4097-81A2-5F79D8FC7274}" type="pres">
      <dgm:prSet presAssocID="{F9D61E65-C705-4417-82C5-3697CDE9786F}" presName="rootConnector" presStyleLbl="node3" presStyleIdx="1" presStyleCnt="3"/>
      <dgm:spPr/>
    </dgm:pt>
    <dgm:pt modelId="{ABB7D2CD-1750-4A93-87AD-B0FF258D4E1F}" type="pres">
      <dgm:prSet presAssocID="{F9D61E65-C705-4417-82C5-3697CDE9786F}" presName="hierChild4" presStyleCnt="0"/>
      <dgm:spPr/>
    </dgm:pt>
    <dgm:pt modelId="{432C94A5-042A-477A-A7BE-F4025E7292DF}" type="pres">
      <dgm:prSet presAssocID="{F9D61E65-C705-4417-82C5-3697CDE9786F}" presName="hierChild5" presStyleCnt="0"/>
      <dgm:spPr/>
    </dgm:pt>
    <dgm:pt modelId="{C3621433-CB05-48CF-B89D-A746624AF86C}" type="pres">
      <dgm:prSet presAssocID="{B87C94F0-0143-4B8F-AB3C-8420076F7807}" presName="Name37" presStyleLbl="parChTrans1D3" presStyleIdx="2" presStyleCnt="3"/>
      <dgm:spPr/>
    </dgm:pt>
    <dgm:pt modelId="{8083FBEB-6433-4B67-9B93-449938EF7A98}" type="pres">
      <dgm:prSet presAssocID="{57594793-BE03-475A-B08D-A189DF78B15B}" presName="hierRoot2" presStyleCnt="0">
        <dgm:presLayoutVars>
          <dgm:hierBranch val="init"/>
        </dgm:presLayoutVars>
      </dgm:prSet>
      <dgm:spPr/>
    </dgm:pt>
    <dgm:pt modelId="{0280E707-79F8-4E63-AF59-0B8376734DC5}" type="pres">
      <dgm:prSet presAssocID="{57594793-BE03-475A-B08D-A189DF78B15B}" presName="rootComposite" presStyleCnt="0"/>
      <dgm:spPr/>
    </dgm:pt>
    <dgm:pt modelId="{44CA50AD-04C6-474A-81F7-FB845AA14240}" type="pres">
      <dgm:prSet presAssocID="{57594793-BE03-475A-B08D-A189DF78B15B}" presName="rootText" presStyleLbl="node3" presStyleIdx="2" presStyleCnt="3">
        <dgm:presLayoutVars>
          <dgm:chPref val="3"/>
        </dgm:presLayoutVars>
      </dgm:prSet>
      <dgm:spPr/>
    </dgm:pt>
    <dgm:pt modelId="{F91BB570-E616-4F95-BA90-6D9E3515C76E}" type="pres">
      <dgm:prSet presAssocID="{57594793-BE03-475A-B08D-A189DF78B15B}" presName="rootConnector" presStyleLbl="node3" presStyleIdx="2" presStyleCnt="3"/>
      <dgm:spPr/>
    </dgm:pt>
    <dgm:pt modelId="{13E5BAF6-9AD9-4C6A-9B7D-1AF2BB1BD080}" type="pres">
      <dgm:prSet presAssocID="{57594793-BE03-475A-B08D-A189DF78B15B}" presName="hierChild4" presStyleCnt="0"/>
      <dgm:spPr/>
    </dgm:pt>
    <dgm:pt modelId="{232CE97C-E769-4621-9ADE-656305443A4C}" type="pres">
      <dgm:prSet presAssocID="{57594793-BE03-475A-B08D-A189DF78B15B}" presName="hierChild5" presStyleCnt="0"/>
      <dgm:spPr/>
    </dgm:pt>
    <dgm:pt modelId="{199CAB12-B6EE-48B8-91B5-ABCA77F33B73}" type="pres">
      <dgm:prSet presAssocID="{18678C63-8885-4B84-B193-9E9801FABAA0}" presName="hierChild5" presStyleCnt="0"/>
      <dgm:spPr/>
    </dgm:pt>
    <dgm:pt modelId="{33FAA2CD-9488-424F-ADBE-360B44DDF0AA}" type="pres">
      <dgm:prSet presAssocID="{E6EE5E9B-E2E0-4686-BFD1-11092BA8AC88}" presName="Name37" presStyleLbl="parChTrans1D2" presStyleIdx="1" presStyleCnt="4"/>
      <dgm:spPr/>
    </dgm:pt>
    <dgm:pt modelId="{8C870BF6-C6E1-46E0-94B6-2F7AC4D4B902}" type="pres">
      <dgm:prSet presAssocID="{31652CF7-1268-45D7-8C8E-A45E5D18455F}" presName="hierRoot2" presStyleCnt="0">
        <dgm:presLayoutVars>
          <dgm:hierBranch val="init"/>
        </dgm:presLayoutVars>
      </dgm:prSet>
      <dgm:spPr/>
    </dgm:pt>
    <dgm:pt modelId="{D2B25E6A-F70E-434C-924F-7CCA3F8765D2}" type="pres">
      <dgm:prSet presAssocID="{31652CF7-1268-45D7-8C8E-A45E5D18455F}" presName="rootComposite" presStyleCnt="0"/>
      <dgm:spPr/>
    </dgm:pt>
    <dgm:pt modelId="{889AEF26-9613-4331-A0D0-B2E7DD13C0B8}" type="pres">
      <dgm:prSet presAssocID="{31652CF7-1268-45D7-8C8E-A45E5D18455F}" presName="rootText" presStyleLbl="node2" presStyleIdx="1" presStyleCnt="4">
        <dgm:presLayoutVars>
          <dgm:chPref val="3"/>
        </dgm:presLayoutVars>
      </dgm:prSet>
      <dgm:spPr/>
    </dgm:pt>
    <dgm:pt modelId="{49BD446C-21C8-44B5-B1CB-778E6FBE6CEE}" type="pres">
      <dgm:prSet presAssocID="{31652CF7-1268-45D7-8C8E-A45E5D18455F}" presName="rootConnector" presStyleLbl="node2" presStyleIdx="1" presStyleCnt="4"/>
      <dgm:spPr/>
    </dgm:pt>
    <dgm:pt modelId="{14716FA6-F388-4AD0-80FB-1464FB0F8B42}" type="pres">
      <dgm:prSet presAssocID="{31652CF7-1268-45D7-8C8E-A45E5D18455F}" presName="hierChild4" presStyleCnt="0"/>
      <dgm:spPr/>
    </dgm:pt>
    <dgm:pt modelId="{9589B386-51D3-4F9C-B1E2-F81B67A81787}" type="pres">
      <dgm:prSet presAssocID="{31652CF7-1268-45D7-8C8E-A45E5D18455F}" presName="hierChild5" presStyleCnt="0"/>
      <dgm:spPr/>
    </dgm:pt>
    <dgm:pt modelId="{B5BD29A3-C9FD-491F-B544-A68B27D72462}" type="pres">
      <dgm:prSet presAssocID="{CF1F81E3-3EFB-4BA7-B2B8-96C8411FAA04}" presName="Name37" presStyleLbl="parChTrans1D2" presStyleIdx="2" presStyleCnt="4"/>
      <dgm:spPr/>
    </dgm:pt>
    <dgm:pt modelId="{14C010A1-3ED8-4EAE-8B32-C4CEC057A5B4}" type="pres">
      <dgm:prSet presAssocID="{46929ABC-211D-4475-8931-860D298AB6EF}" presName="hierRoot2" presStyleCnt="0">
        <dgm:presLayoutVars>
          <dgm:hierBranch val="init"/>
        </dgm:presLayoutVars>
      </dgm:prSet>
      <dgm:spPr/>
    </dgm:pt>
    <dgm:pt modelId="{7EA0AFD1-305D-44B7-BE72-47E9B723C234}" type="pres">
      <dgm:prSet presAssocID="{46929ABC-211D-4475-8931-860D298AB6EF}" presName="rootComposite" presStyleCnt="0"/>
      <dgm:spPr/>
    </dgm:pt>
    <dgm:pt modelId="{B17EDF9B-D86A-4BFB-9D54-BB8BAAD937A5}" type="pres">
      <dgm:prSet presAssocID="{46929ABC-211D-4475-8931-860D298AB6EF}" presName="rootText" presStyleLbl="node2" presStyleIdx="2" presStyleCnt="4">
        <dgm:presLayoutVars>
          <dgm:chPref val="3"/>
        </dgm:presLayoutVars>
      </dgm:prSet>
      <dgm:spPr/>
    </dgm:pt>
    <dgm:pt modelId="{C11EF02F-E0D8-4A85-B2F0-BBEDCB7622D6}" type="pres">
      <dgm:prSet presAssocID="{46929ABC-211D-4475-8931-860D298AB6EF}" presName="rootConnector" presStyleLbl="node2" presStyleIdx="2" presStyleCnt="4"/>
      <dgm:spPr/>
    </dgm:pt>
    <dgm:pt modelId="{05228C72-ECD1-442C-BE6E-A6499B3F79B3}" type="pres">
      <dgm:prSet presAssocID="{46929ABC-211D-4475-8931-860D298AB6EF}" presName="hierChild4" presStyleCnt="0"/>
      <dgm:spPr/>
    </dgm:pt>
    <dgm:pt modelId="{0CF39E36-A449-4A60-9718-04936A3006AE}" type="pres">
      <dgm:prSet presAssocID="{46929ABC-211D-4475-8931-860D298AB6EF}" presName="hierChild5" presStyleCnt="0"/>
      <dgm:spPr/>
    </dgm:pt>
    <dgm:pt modelId="{042179C2-A66E-4574-A82F-A87401FA82DB}" type="pres">
      <dgm:prSet presAssocID="{0E11A10A-BA18-4548-855F-5314A4C3F0E2}" presName="Name37" presStyleLbl="parChTrans1D2" presStyleIdx="3" presStyleCnt="4"/>
      <dgm:spPr/>
    </dgm:pt>
    <dgm:pt modelId="{BDBE9F71-16ED-4972-BB00-D2E4863D300E}" type="pres">
      <dgm:prSet presAssocID="{8E838114-FA73-4BA4-B36A-1D60479884D2}" presName="hierRoot2" presStyleCnt="0">
        <dgm:presLayoutVars>
          <dgm:hierBranch val="init"/>
        </dgm:presLayoutVars>
      </dgm:prSet>
      <dgm:spPr/>
    </dgm:pt>
    <dgm:pt modelId="{AAFE8133-1AD3-420F-88B8-2911F505D025}" type="pres">
      <dgm:prSet presAssocID="{8E838114-FA73-4BA4-B36A-1D60479884D2}" presName="rootComposite" presStyleCnt="0"/>
      <dgm:spPr/>
    </dgm:pt>
    <dgm:pt modelId="{0C662A20-2C53-4F71-A9AF-E244FAC4666A}" type="pres">
      <dgm:prSet presAssocID="{8E838114-FA73-4BA4-B36A-1D60479884D2}" presName="rootText" presStyleLbl="node2" presStyleIdx="3" presStyleCnt="4">
        <dgm:presLayoutVars>
          <dgm:chPref val="3"/>
        </dgm:presLayoutVars>
      </dgm:prSet>
      <dgm:spPr/>
    </dgm:pt>
    <dgm:pt modelId="{304EFCB4-F631-4068-AFC8-EF14F5D47C0D}" type="pres">
      <dgm:prSet presAssocID="{8E838114-FA73-4BA4-B36A-1D60479884D2}" presName="rootConnector" presStyleLbl="node2" presStyleIdx="3" presStyleCnt="4"/>
      <dgm:spPr/>
    </dgm:pt>
    <dgm:pt modelId="{E8F92B74-3003-427D-8F82-5F6FB5246169}" type="pres">
      <dgm:prSet presAssocID="{8E838114-FA73-4BA4-B36A-1D60479884D2}" presName="hierChild4" presStyleCnt="0"/>
      <dgm:spPr/>
    </dgm:pt>
    <dgm:pt modelId="{F0E7BFB3-1719-4B6D-9FDF-9E096687827D}" type="pres">
      <dgm:prSet presAssocID="{8E838114-FA73-4BA4-B36A-1D60479884D2}" presName="hierChild5" presStyleCnt="0"/>
      <dgm:spPr/>
    </dgm:pt>
    <dgm:pt modelId="{5AC1E57D-2E29-4513-9FD1-7D390AAF8591}" type="pres">
      <dgm:prSet presAssocID="{6BF46C97-C725-47D6-94D7-EA86B5F80A1D}" presName="hierChild3" presStyleCnt="0"/>
      <dgm:spPr/>
    </dgm:pt>
  </dgm:ptLst>
  <dgm:cxnLst>
    <dgm:cxn modelId="{3F927004-259E-48BE-BC47-4BAD1C5E7472}" type="presOf" srcId="{46929ABC-211D-4475-8931-860D298AB6EF}" destId="{C11EF02F-E0D8-4A85-B2F0-BBEDCB7622D6}" srcOrd="1" destOrd="0" presId="urn:microsoft.com/office/officeart/2005/8/layout/orgChart1"/>
    <dgm:cxn modelId="{A2889806-649E-4375-ACA6-2C538A740EC3}" type="presOf" srcId="{18678C63-8885-4B84-B193-9E9801FABAA0}" destId="{995E93A6-B3BC-4845-977F-BC280B859CFF}" srcOrd="1" destOrd="0" presId="urn:microsoft.com/office/officeart/2005/8/layout/orgChart1"/>
    <dgm:cxn modelId="{ACAAC907-72BF-456B-AF9A-65D2D7A7CE3E}" type="presOf" srcId="{31652CF7-1268-45D7-8C8E-A45E5D18455F}" destId="{49BD446C-21C8-44B5-B1CB-778E6FBE6CEE}" srcOrd="1" destOrd="0" presId="urn:microsoft.com/office/officeart/2005/8/layout/orgChart1"/>
    <dgm:cxn modelId="{CC1B9B0A-7810-4704-AD56-1ACCB1DE519A}" srcId="{5E4D38FE-E23E-4B6A-BF94-F173787A2135}" destId="{6BF46C97-C725-47D6-94D7-EA86B5F80A1D}" srcOrd="0" destOrd="0" parTransId="{F3DB653A-C5F3-4D59-AAEF-EF3E03D19DED}" sibTransId="{DA0E9F3E-8C1E-47C8-88D3-2006DB30292C}"/>
    <dgm:cxn modelId="{42E6980D-F1C0-466C-A124-FC3B36274368}" type="presOf" srcId="{8D834EA7-15D0-412E-8F3C-AB3C7ACA3FC3}" destId="{310D4064-AE4F-4B6A-9B56-56503FBF9A41}" srcOrd="0" destOrd="0" presId="urn:microsoft.com/office/officeart/2005/8/layout/orgChart1"/>
    <dgm:cxn modelId="{D1E19113-914E-4B5C-9B5A-112686F4FD9A}" type="presOf" srcId="{9CAD7B60-C9C6-4F26-9766-56CAB6860D5F}" destId="{133BE155-BD6B-4472-8D87-35C845435C11}" srcOrd="1" destOrd="0" presId="urn:microsoft.com/office/officeart/2005/8/layout/orgChart1"/>
    <dgm:cxn modelId="{AAC70018-07C2-42E4-93AB-0DAE05AEB038}" type="presOf" srcId="{F95EFCA9-EAD5-4F18-995A-C2CF36D3713C}" destId="{E43E3DBD-B092-4733-B0C2-F307DC8A6FAC}" srcOrd="0" destOrd="0" presId="urn:microsoft.com/office/officeart/2005/8/layout/orgChart1"/>
    <dgm:cxn modelId="{4D4E9D1A-0AF0-46B2-9001-14CD61437946}" type="presOf" srcId="{8D834EA7-15D0-412E-8F3C-AB3C7ACA3FC3}" destId="{EA8100CD-C8F7-4BCB-93DE-7BBC3F6DA747}" srcOrd="1" destOrd="0" presId="urn:microsoft.com/office/officeart/2005/8/layout/orgChart1"/>
    <dgm:cxn modelId="{E487EC1E-8326-4788-8D48-A9A9532FD7AF}" type="presOf" srcId="{6BF46C97-C725-47D6-94D7-EA86B5F80A1D}" destId="{7064E6C5-F189-4881-854E-EB68617723E2}" srcOrd="1" destOrd="0" presId="urn:microsoft.com/office/officeart/2005/8/layout/orgChart1"/>
    <dgm:cxn modelId="{55361723-352A-445D-A2F3-EC43592FD89B}" type="presOf" srcId="{A0F8C72C-C85B-4AD2-8567-1AE290999392}" destId="{9E03F5C6-832D-479B-B77B-0EB15308E214}" srcOrd="0" destOrd="0" presId="urn:microsoft.com/office/officeart/2005/8/layout/orgChart1"/>
    <dgm:cxn modelId="{B2698B2C-ECFE-4793-9943-D54F8703254A}" type="presOf" srcId="{8E838114-FA73-4BA4-B36A-1D60479884D2}" destId="{0C662A20-2C53-4F71-A9AF-E244FAC4666A}" srcOrd="0" destOrd="0" presId="urn:microsoft.com/office/officeart/2005/8/layout/orgChart1"/>
    <dgm:cxn modelId="{FC028C31-E55C-4A8A-A22B-C6D9347596FE}" type="presOf" srcId="{9CAD7B60-C9C6-4F26-9766-56CAB6860D5F}" destId="{8916C649-0DF1-4435-8288-333E3777F9BB}" srcOrd="0" destOrd="0" presId="urn:microsoft.com/office/officeart/2005/8/layout/orgChart1"/>
    <dgm:cxn modelId="{FBA94433-FD39-4CE9-B7DA-6EA395C55E6F}" type="presOf" srcId="{0E11A10A-BA18-4548-855F-5314A4C3F0E2}" destId="{042179C2-A66E-4574-A82F-A87401FA82DB}" srcOrd="0" destOrd="0" presId="urn:microsoft.com/office/officeart/2005/8/layout/orgChart1"/>
    <dgm:cxn modelId="{6FC98D39-08D8-4077-A434-C479CD5324B8}" srcId="{6BF46C97-C725-47D6-94D7-EA86B5F80A1D}" destId="{46929ABC-211D-4475-8931-860D298AB6EF}" srcOrd="2" destOrd="0" parTransId="{CF1F81E3-3EFB-4BA7-B2B8-96C8411FAA04}" sibTransId="{565309FA-018D-4F7E-BB15-BF496E97C86C}"/>
    <dgm:cxn modelId="{669D213C-E4D7-4B86-B91C-F6937933CA8E}" type="presOf" srcId="{B87C94F0-0143-4B8F-AB3C-8420076F7807}" destId="{C3621433-CB05-48CF-B89D-A746624AF86C}" srcOrd="0" destOrd="0" presId="urn:microsoft.com/office/officeart/2005/8/layout/orgChart1"/>
    <dgm:cxn modelId="{FBBD635E-0F50-4F82-9324-002BFC4C3FA6}" type="presOf" srcId="{57594793-BE03-475A-B08D-A189DF78B15B}" destId="{F91BB570-E616-4F95-BA90-6D9E3515C76E}" srcOrd="1" destOrd="0" presId="urn:microsoft.com/office/officeart/2005/8/layout/orgChart1"/>
    <dgm:cxn modelId="{A8568C42-3D9E-4A3D-BB03-FAD9AA78F532}" type="presOf" srcId="{6BF46C97-C725-47D6-94D7-EA86B5F80A1D}" destId="{1DB9D7E9-F308-4BB3-A30D-2692A2A68CBE}" srcOrd="0" destOrd="0" presId="urn:microsoft.com/office/officeart/2005/8/layout/orgChart1"/>
    <dgm:cxn modelId="{6206B544-210C-49C1-A862-1943DA8FFDF1}" type="presOf" srcId="{8E838114-FA73-4BA4-B36A-1D60479884D2}" destId="{304EFCB4-F631-4068-AFC8-EF14F5D47C0D}" srcOrd="1" destOrd="0" presId="urn:microsoft.com/office/officeart/2005/8/layout/orgChart1"/>
    <dgm:cxn modelId="{39F1536B-6823-494A-A55D-CE4413019A68}" srcId="{18678C63-8885-4B84-B193-9E9801FABAA0}" destId="{9CAD7B60-C9C6-4F26-9766-56CAB6860D5F}" srcOrd="0" destOrd="0" parTransId="{1260190F-BB72-4886-8DEE-10A4873B38F6}" sibTransId="{27B292D5-3830-4A0C-9B79-469A14B16B6E}"/>
    <dgm:cxn modelId="{F78FBA6B-A0AD-4777-AB5A-A3D6D0FFFDB1}" srcId="{6BF46C97-C725-47D6-94D7-EA86B5F80A1D}" destId="{31652CF7-1268-45D7-8C8E-A45E5D18455F}" srcOrd="1" destOrd="0" parTransId="{E6EE5E9B-E2E0-4686-BFD1-11092BA8AC88}" sibTransId="{FB51E392-D21F-4A4C-A7D1-54DE0DA0B5E3}"/>
    <dgm:cxn modelId="{A431896E-A733-4F2C-ADAB-54CA64E279A0}" type="presOf" srcId="{46929ABC-211D-4475-8931-860D298AB6EF}" destId="{B17EDF9B-D86A-4BFB-9D54-BB8BAAD937A5}" srcOrd="0" destOrd="0" presId="urn:microsoft.com/office/officeart/2005/8/layout/orgChart1"/>
    <dgm:cxn modelId="{2AE38A72-43F8-4A3B-8D5F-9A6C8C5F4907}" srcId="{6BF46C97-C725-47D6-94D7-EA86B5F80A1D}" destId="{8E838114-FA73-4BA4-B36A-1D60479884D2}" srcOrd="3" destOrd="0" parTransId="{0E11A10A-BA18-4548-855F-5314A4C3F0E2}" sibTransId="{A2789385-6855-447E-B803-268ABD33EE64}"/>
    <dgm:cxn modelId="{71DC8C52-13FF-4E85-B8A4-A518827607FB}" type="presOf" srcId="{1260190F-BB72-4886-8DEE-10A4873B38F6}" destId="{0449FADC-1D9F-4965-881F-42D38E5719D3}" srcOrd="0" destOrd="0" presId="urn:microsoft.com/office/officeart/2005/8/layout/orgChart1"/>
    <dgm:cxn modelId="{F1D4B152-1799-40F5-A43C-A879538C5C07}" type="presOf" srcId="{F9D61E65-C705-4417-82C5-3697CDE9786F}" destId="{7DDEE3A3-8F4F-4CF2-AE88-A658106D1B22}" srcOrd="0" destOrd="0" presId="urn:microsoft.com/office/officeart/2005/8/layout/orgChart1"/>
    <dgm:cxn modelId="{BF600956-4482-4FD6-8D48-DE485DA0D641}" type="presOf" srcId="{CF1F81E3-3EFB-4BA7-B2B8-96C8411FAA04}" destId="{B5BD29A3-C9FD-491F-B544-A68B27D72462}" srcOrd="0" destOrd="0" presId="urn:microsoft.com/office/officeart/2005/8/layout/orgChart1"/>
    <dgm:cxn modelId="{8151397E-E88B-4CD8-AA73-9453EEE374BB}" type="presOf" srcId="{D656EE07-A149-459D-A8AD-76A276C004F3}" destId="{8D8219B0-AFDC-49C4-9435-8C105C9579CC}" srcOrd="0" destOrd="0" presId="urn:microsoft.com/office/officeart/2005/8/layout/orgChart1"/>
    <dgm:cxn modelId="{D8B5A27F-3B16-4D39-BBE8-B454F3178062}" srcId="{6BF46C97-C725-47D6-94D7-EA86B5F80A1D}" destId="{18678C63-8885-4B84-B193-9E9801FABAA0}" srcOrd="0" destOrd="0" parTransId="{5B67D294-2C29-4CBC-B74A-709C9AF68E25}" sibTransId="{842D1F74-0C69-4D1E-9B06-27BAF0458207}"/>
    <dgm:cxn modelId="{8003A585-404D-4561-8DF3-9EFD979DAAFD}" srcId="{18678C63-8885-4B84-B193-9E9801FABAA0}" destId="{57594793-BE03-475A-B08D-A189DF78B15B}" srcOrd="2" destOrd="0" parTransId="{B87C94F0-0143-4B8F-AB3C-8420076F7807}" sibTransId="{61338189-BE4C-4C54-A30D-91AD0A6CCF50}"/>
    <dgm:cxn modelId="{BE47808E-8FB9-4DDD-BA46-AB6BA4D610C9}" type="presOf" srcId="{A0F8C72C-C85B-4AD2-8567-1AE290999392}" destId="{81AEAB2B-A37E-4453-9858-5312537CF0A2}" srcOrd="1" destOrd="0" presId="urn:microsoft.com/office/officeart/2005/8/layout/orgChart1"/>
    <dgm:cxn modelId="{874A9E94-A690-4C7F-9B61-C506AAF5477C}" type="presOf" srcId="{31652CF7-1268-45D7-8C8E-A45E5D18455F}" destId="{889AEF26-9613-4331-A0D0-B2E7DD13C0B8}" srcOrd="0" destOrd="0" presId="urn:microsoft.com/office/officeart/2005/8/layout/orgChart1"/>
    <dgm:cxn modelId="{BDE2FA98-CA23-41DE-BD1D-277523048FAB}" srcId="{9CAD7B60-C9C6-4F26-9766-56CAB6860D5F}" destId="{8D834EA7-15D0-412E-8F3C-AB3C7ACA3FC3}" srcOrd="1" destOrd="0" parTransId="{7369FC0C-ADA1-429E-83B8-F88FB64A7CF2}" sibTransId="{8760A303-43B0-42C5-B41B-5879212A2B97}"/>
    <dgm:cxn modelId="{72F480BA-D0BF-47A8-B780-413034D37ACA}" srcId="{9CAD7B60-C9C6-4F26-9766-56CAB6860D5F}" destId="{A0F8C72C-C85B-4AD2-8567-1AE290999392}" srcOrd="0" destOrd="0" parTransId="{F95EFCA9-EAD5-4F18-995A-C2CF36D3713C}" sibTransId="{B534050C-DF26-4DE6-AED0-ADFC3C3A1FF8}"/>
    <dgm:cxn modelId="{809F74C3-B606-42AB-B761-5F862C6979EE}" srcId="{18678C63-8885-4B84-B193-9E9801FABAA0}" destId="{F9D61E65-C705-4417-82C5-3697CDE9786F}" srcOrd="1" destOrd="0" parTransId="{A8A6742A-3A09-488A-AF23-2F94BDF62D04}" sibTransId="{0387E8BA-FF9A-42DB-A072-AE3102724FBA}"/>
    <dgm:cxn modelId="{3297B8C3-E1B5-4825-A6D9-558EA3C48277}" type="presOf" srcId="{5B67D294-2C29-4CBC-B74A-709C9AF68E25}" destId="{FB76EEDB-2422-4C3A-BEB5-702645817086}" srcOrd="0" destOrd="0" presId="urn:microsoft.com/office/officeart/2005/8/layout/orgChart1"/>
    <dgm:cxn modelId="{7D4846C4-5B23-41BE-A3AD-336693F97F07}" type="presOf" srcId="{E6EE5E9B-E2E0-4686-BFD1-11092BA8AC88}" destId="{33FAA2CD-9488-424F-ADBE-360B44DDF0AA}" srcOrd="0" destOrd="0" presId="urn:microsoft.com/office/officeart/2005/8/layout/orgChart1"/>
    <dgm:cxn modelId="{4FFB54C9-3713-41BE-AE32-DFB8F42AF8E7}" type="presOf" srcId="{F9D61E65-C705-4417-82C5-3697CDE9786F}" destId="{78535601-6CD5-4097-81A2-5F79D8FC7274}" srcOrd="1" destOrd="0" presId="urn:microsoft.com/office/officeart/2005/8/layout/orgChart1"/>
    <dgm:cxn modelId="{001FC8D1-6A80-4A76-A939-5D76633A835F}" type="presOf" srcId="{18678C63-8885-4B84-B193-9E9801FABAA0}" destId="{39AD74EB-F4E3-4AA3-95AB-70BC49140795}" srcOrd="0" destOrd="0" presId="urn:microsoft.com/office/officeart/2005/8/layout/orgChart1"/>
    <dgm:cxn modelId="{DACE18D3-E558-4DDA-B34A-402206440E88}" type="presOf" srcId="{D656EE07-A149-459D-A8AD-76A276C004F3}" destId="{EECBBF08-BCE8-44FA-AA6C-B8934966C56C}" srcOrd="1" destOrd="0" presId="urn:microsoft.com/office/officeart/2005/8/layout/orgChart1"/>
    <dgm:cxn modelId="{13BEF7D6-7F97-440A-89D8-6285E7A1EB32}" srcId="{9CAD7B60-C9C6-4F26-9766-56CAB6860D5F}" destId="{D656EE07-A149-459D-A8AD-76A276C004F3}" srcOrd="2" destOrd="0" parTransId="{E6FC9F0A-3DC4-41B3-A3AC-BB8B4697FFEE}" sibTransId="{EEF00EC1-542A-4F77-A16B-54FB84230651}"/>
    <dgm:cxn modelId="{C51963D8-8DD9-492A-8E6E-5132078952EB}" type="presOf" srcId="{7369FC0C-ADA1-429E-83B8-F88FB64A7CF2}" destId="{1052A804-14BE-465D-942C-3E0088F77B9B}" srcOrd="0" destOrd="0" presId="urn:microsoft.com/office/officeart/2005/8/layout/orgChart1"/>
    <dgm:cxn modelId="{25204EDA-89D0-441C-9793-38670539B3DC}" type="presOf" srcId="{57594793-BE03-475A-B08D-A189DF78B15B}" destId="{44CA50AD-04C6-474A-81F7-FB845AA14240}" srcOrd="0" destOrd="0" presId="urn:microsoft.com/office/officeart/2005/8/layout/orgChart1"/>
    <dgm:cxn modelId="{E900FFE0-A403-44F0-8CD0-EE64691EA913}" type="presOf" srcId="{A8A6742A-3A09-488A-AF23-2F94BDF62D04}" destId="{01DDFBFD-9BEB-4272-B086-406F8265C1BA}" srcOrd="0" destOrd="0" presId="urn:microsoft.com/office/officeart/2005/8/layout/orgChart1"/>
    <dgm:cxn modelId="{FAE2D2F4-27CB-4099-B85B-0167DB527E60}" type="presOf" srcId="{E6FC9F0A-3DC4-41B3-A3AC-BB8B4697FFEE}" destId="{A6AB3A76-2341-4E2D-94FE-E6E6C8F3EB5B}" srcOrd="0" destOrd="0" presId="urn:microsoft.com/office/officeart/2005/8/layout/orgChart1"/>
    <dgm:cxn modelId="{2D38A6F6-F415-45CC-9068-E8896D38C29A}" type="presOf" srcId="{5E4D38FE-E23E-4B6A-BF94-F173787A2135}" destId="{60BA1175-3954-446B-ABB3-06DF700ACB16}" srcOrd="0" destOrd="0" presId="urn:microsoft.com/office/officeart/2005/8/layout/orgChart1"/>
    <dgm:cxn modelId="{E09423D6-B5BB-4920-B694-3C8C366C7D09}" type="presParOf" srcId="{60BA1175-3954-446B-ABB3-06DF700ACB16}" destId="{D0087B23-DA4C-4066-B1FD-CAA5343EA738}" srcOrd="0" destOrd="0" presId="urn:microsoft.com/office/officeart/2005/8/layout/orgChart1"/>
    <dgm:cxn modelId="{DF7F8944-6740-474C-86FA-A4B90F32E830}" type="presParOf" srcId="{D0087B23-DA4C-4066-B1FD-CAA5343EA738}" destId="{12877AC0-36AD-4F87-B748-71A516EDE3C4}" srcOrd="0" destOrd="0" presId="urn:microsoft.com/office/officeart/2005/8/layout/orgChart1"/>
    <dgm:cxn modelId="{32CD16FE-762F-456B-A9A5-8C75D8995D2B}" type="presParOf" srcId="{12877AC0-36AD-4F87-B748-71A516EDE3C4}" destId="{1DB9D7E9-F308-4BB3-A30D-2692A2A68CBE}" srcOrd="0" destOrd="0" presId="urn:microsoft.com/office/officeart/2005/8/layout/orgChart1"/>
    <dgm:cxn modelId="{4C0FE5AB-6C34-402B-919C-C58EC5491FBD}" type="presParOf" srcId="{12877AC0-36AD-4F87-B748-71A516EDE3C4}" destId="{7064E6C5-F189-4881-854E-EB68617723E2}" srcOrd="1" destOrd="0" presId="urn:microsoft.com/office/officeart/2005/8/layout/orgChart1"/>
    <dgm:cxn modelId="{807EAEFD-6FBE-4412-B7AD-A5BB83B90454}" type="presParOf" srcId="{D0087B23-DA4C-4066-B1FD-CAA5343EA738}" destId="{115F5C48-F5C1-453A-A473-886DE46AC070}" srcOrd="1" destOrd="0" presId="urn:microsoft.com/office/officeart/2005/8/layout/orgChart1"/>
    <dgm:cxn modelId="{BC98239E-6142-4DFE-ABC5-B9C9997454F7}" type="presParOf" srcId="{115F5C48-F5C1-453A-A473-886DE46AC070}" destId="{FB76EEDB-2422-4C3A-BEB5-702645817086}" srcOrd="0" destOrd="0" presId="urn:microsoft.com/office/officeart/2005/8/layout/orgChart1"/>
    <dgm:cxn modelId="{E0226A23-3AF0-4A6B-8CDC-32E739422C41}" type="presParOf" srcId="{115F5C48-F5C1-453A-A473-886DE46AC070}" destId="{2505863C-EB86-4B53-90F4-EF04A4A14A71}" srcOrd="1" destOrd="0" presId="urn:microsoft.com/office/officeart/2005/8/layout/orgChart1"/>
    <dgm:cxn modelId="{C7E59E75-6F91-4B18-AD7D-EC52F3B47D6E}" type="presParOf" srcId="{2505863C-EB86-4B53-90F4-EF04A4A14A71}" destId="{A159A6F6-1639-4A75-853E-9BCE9B3AB1E8}" srcOrd="0" destOrd="0" presId="urn:microsoft.com/office/officeart/2005/8/layout/orgChart1"/>
    <dgm:cxn modelId="{5DF61338-C9EC-4249-8438-9A67B4AC6017}" type="presParOf" srcId="{A159A6F6-1639-4A75-853E-9BCE9B3AB1E8}" destId="{39AD74EB-F4E3-4AA3-95AB-70BC49140795}" srcOrd="0" destOrd="0" presId="urn:microsoft.com/office/officeart/2005/8/layout/orgChart1"/>
    <dgm:cxn modelId="{5D99E90D-6F9A-4ECD-9F9E-6EC4AA4A871D}" type="presParOf" srcId="{A159A6F6-1639-4A75-853E-9BCE9B3AB1E8}" destId="{995E93A6-B3BC-4845-977F-BC280B859CFF}" srcOrd="1" destOrd="0" presId="urn:microsoft.com/office/officeart/2005/8/layout/orgChart1"/>
    <dgm:cxn modelId="{6E525FEA-1A70-4AF7-BFAC-9B1EA3F6CCD5}" type="presParOf" srcId="{2505863C-EB86-4B53-90F4-EF04A4A14A71}" destId="{B4AB0B25-1124-4F5C-B276-23BF433DBD23}" srcOrd="1" destOrd="0" presId="urn:microsoft.com/office/officeart/2005/8/layout/orgChart1"/>
    <dgm:cxn modelId="{68CE2039-EF88-4FB8-B340-429DC35AD58F}" type="presParOf" srcId="{B4AB0B25-1124-4F5C-B276-23BF433DBD23}" destId="{0449FADC-1D9F-4965-881F-42D38E5719D3}" srcOrd="0" destOrd="0" presId="urn:microsoft.com/office/officeart/2005/8/layout/orgChart1"/>
    <dgm:cxn modelId="{0827EED1-055D-4F16-B61B-8B4043733DA8}" type="presParOf" srcId="{B4AB0B25-1124-4F5C-B276-23BF433DBD23}" destId="{264AF3F6-6E79-42FE-82B0-E5CDF7B3789C}" srcOrd="1" destOrd="0" presId="urn:microsoft.com/office/officeart/2005/8/layout/orgChart1"/>
    <dgm:cxn modelId="{EA485681-6710-4DB1-953B-07F5C070A820}" type="presParOf" srcId="{264AF3F6-6E79-42FE-82B0-E5CDF7B3789C}" destId="{1977FC58-F71E-4607-87B9-E7D06EF2C8D7}" srcOrd="0" destOrd="0" presId="urn:microsoft.com/office/officeart/2005/8/layout/orgChart1"/>
    <dgm:cxn modelId="{1740509A-27EE-48B4-87D8-0090445FED47}" type="presParOf" srcId="{1977FC58-F71E-4607-87B9-E7D06EF2C8D7}" destId="{8916C649-0DF1-4435-8288-333E3777F9BB}" srcOrd="0" destOrd="0" presId="urn:microsoft.com/office/officeart/2005/8/layout/orgChart1"/>
    <dgm:cxn modelId="{FB960FA5-F6BF-476B-8C71-77F1068237CF}" type="presParOf" srcId="{1977FC58-F71E-4607-87B9-E7D06EF2C8D7}" destId="{133BE155-BD6B-4472-8D87-35C845435C11}" srcOrd="1" destOrd="0" presId="urn:microsoft.com/office/officeart/2005/8/layout/orgChart1"/>
    <dgm:cxn modelId="{B623D257-9912-4C68-B0A8-6A7C6856FCBD}" type="presParOf" srcId="{264AF3F6-6E79-42FE-82B0-E5CDF7B3789C}" destId="{B3EEE87E-401F-4D80-9C4D-48C34057434F}" srcOrd="1" destOrd="0" presId="urn:microsoft.com/office/officeart/2005/8/layout/orgChart1"/>
    <dgm:cxn modelId="{A225902F-E6D4-4781-9B44-485239C01612}" type="presParOf" srcId="{B3EEE87E-401F-4D80-9C4D-48C34057434F}" destId="{E43E3DBD-B092-4733-B0C2-F307DC8A6FAC}" srcOrd="0" destOrd="0" presId="urn:microsoft.com/office/officeart/2005/8/layout/orgChart1"/>
    <dgm:cxn modelId="{0EEF8390-DAD1-46A9-90AB-2F193A989D57}" type="presParOf" srcId="{B3EEE87E-401F-4D80-9C4D-48C34057434F}" destId="{F03120A5-7D28-4204-AA1E-D3CB42D4A972}" srcOrd="1" destOrd="0" presId="urn:microsoft.com/office/officeart/2005/8/layout/orgChart1"/>
    <dgm:cxn modelId="{C1D8C817-7F41-415C-90F3-842E2D51733B}" type="presParOf" srcId="{F03120A5-7D28-4204-AA1E-D3CB42D4A972}" destId="{74927D6F-ABCA-4F7A-8355-3879FFA2C6D5}" srcOrd="0" destOrd="0" presId="urn:microsoft.com/office/officeart/2005/8/layout/orgChart1"/>
    <dgm:cxn modelId="{87CD837E-40B9-407B-8B3B-0039B6CB21F0}" type="presParOf" srcId="{74927D6F-ABCA-4F7A-8355-3879FFA2C6D5}" destId="{9E03F5C6-832D-479B-B77B-0EB15308E214}" srcOrd="0" destOrd="0" presId="urn:microsoft.com/office/officeart/2005/8/layout/orgChart1"/>
    <dgm:cxn modelId="{DC2F3FB0-03E2-44E4-87A7-F4D2AEAC7A9F}" type="presParOf" srcId="{74927D6F-ABCA-4F7A-8355-3879FFA2C6D5}" destId="{81AEAB2B-A37E-4453-9858-5312537CF0A2}" srcOrd="1" destOrd="0" presId="urn:microsoft.com/office/officeart/2005/8/layout/orgChart1"/>
    <dgm:cxn modelId="{2C88E04B-C108-4C57-BBE7-17905905BF63}" type="presParOf" srcId="{F03120A5-7D28-4204-AA1E-D3CB42D4A972}" destId="{32F45AE9-A249-48DE-8596-2BA8FBCF4EDE}" srcOrd="1" destOrd="0" presId="urn:microsoft.com/office/officeart/2005/8/layout/orgChart1"/>
    <dgm:cxn modelId="{043F1B59-783E-4959-BDB2-6FA548983E59}" type="presParOf" srcId="{F03120A5-7D28-4204-AA1E-D3CB42D4A972}" destId="{DB547656-4EEC-4214-823C-3A46BA2B4DCD}" srcOrd="2" destOrd="0" presId="urn:microsoft.com/office/officeart/2005/8/layout/orgChart1"/>
    <dgm:cxn modelId="{40B32F14-609C-47B1-AA9B-AF0F3353371E}" type="presParOf" srcId="{B3EEE87E-401F-4D80-9C4D-48C34057434F}" destId="{1052A804-14BE-465D-942C-3E0088F77B9B}" srcOrd="2" destOrd="0" presId="urn:microsoft.com/office/officeart/2005/8/layout/orgChart1"/>
    <dgm:cxn modelId="{AABE1A75-26D1-4F6D-803D-1E84EB881343}" type="presParOf" srcId="{B3EEE87E-401F-4D80-9C4D-48C34057434F}" destId="{C9FFA48F-C574-447B-8FC6-B980AB2F2AA6}" srcOrd="3" destOrd="0" presId="urn:microsoft.com/office/officeart/2005/8/layout/orgChart1"/>
    <dgm:cxn modelId="{F0822DA2-A02E-4769-A1FD-741D7A26D846}" type="presParOf" srcId="{C9FFA48F-C574-447B-8FC6-B980AB2F2AA6}" destId="{1EFFCFB0-24B4-4CA4-9342-487328849111}" srcOrd="0" destOrd="0" presId="urn:microsoft.com/office/officeart/2005/8/layout/orgChart1"/>
    <dgm:cxn modelId="{F98DFCEF-7DD4-46FB-9779-38F00107B446}" type="presParOf" srcId="{1EFFCFB0-24B4-4CA4-9342-487328849111}" destId="{310D4064-AE4F-4B6A-9B56-56503FBF9A41}" srcOrd="0" destOrd="0" presId="urn:microsoft.com/office/officeart/2005/8/layout/orgChart1"/>
    <dgm:cxn modelId="{99A9A6A5-5ADD-42C4-890B-7E56081EEB1A}" type="presParOf" srcId="{1EFFCFB0-24B4-4CA4-9342-487328849111}" destId="{EA8100CD-C8F7-4BCB-93DE-7BBC3F6DA747}" srcOrd="1" destOrd="0" presId="urn:microsoft.com/office/officeart/2005/8/layout/orgChart1"/>
    <dgm:cxn modelId="{4A61D0F0-ABD5-4D07-8F66-B8891400D976}" type="presParOf" srcId="{C9FFA48F-C574-447B-8FC6-B980AB2F2AA6}" destId="{6398C75A-4C22-4AD2-920E-C0C9B274DAFD}" srcOrd="1" destOrd="0" presId="urn:microsoft.com/office/officeart/2005/8/layout/orgChart1"/>
    <dgm:cxn modelId="{580C2BDE-D3C6-4D61-9638-F9B73DE6A8B2}" type="presParOf" srcId="{C9FFA48F-C574-447B-8FC6-B980AB2F2AA6}" destId="{A938FD5C-2D0F-4D60-B376-F68E2A20431E}" srcOrd="2" destOrd="0" presId="urn:microsoft.com/office/officeart/2005/8/layout/orgChart1"/>
    <dgm:cxn modelId="{F2DC6296-ACE5-4EF2-8D5F-F6C7E93AEE76}" type="presParOf" srcId="{B3EEE87E-401F-4D80-9C4D-48C34057434F}" destId="{A6AB3A76-2341-4E2D-94FE-E6E6C8F3EB5B}" srcOrd="4" destOrd="0" presId="urn:microsoft.com/office/officeart/2005/8/layout/orgChart1"/>
    <dgm:cxn modelId="{4E66A217-7B4F-4E46-A1BD-210A482F5D51}" type="presParOf" srcId="{B3EEE87E-401F-4D80-9C4D-48C34057434F}" destId="{6A90B736-3480-4075-BFFF-5CA84EDFE8C1}" srcOrd="5" destOrd="0" presId="urn:microsoft.com/office/officeart/2005/8/layout/orgChart1"/>
    <dgm:cxn modelId="{F492C049-1D02-4565-A499-CD7CA4EE7EF0}" type="presParOf" srcId="{6A90B736-3480-4075-BFFF-5CA84EDFE8C1}" destId="{EAEFF7E2-4863-4D6F-92E2-D8AFA40CAC16}" srcOrd="0" destOrd="0" presId="urn:microsoft.com/office/officeart/2005/8/layout/orgChart1"/>
    <dgm:cxn modelId="{F68C05AA-F35F-4AB0-95E8-FC8CB75E6239}" type="presParOf" srcId="{EAEFF7E2-4863-4D6F-92E2-D8AFA40CAC16}" destId="{8D8219B0-AFDC-49C4-9435-8C105C9579CC}" srcOrd="0" destOrd="0" presId="urn:microsoft.com/office/officeart/2005/8/layout/orgChart1"/>
    <dgm:cxn modelId="{E362FE7E-DC20-40AE-BBAB-2E7DA27CD79B}" type="presParOf" srcId="{EAEFF7E2-4863-4D6F-92E2-D8AFA40CAC16}" destId="{EECBBF08-BCE8-44FA-AA6C-B8934966C56C}" srcOrd="1" destOrd="0" presId="urn:microsoft.com/office/officeart/2005/8/layout/orgChart1"/>
    <dgm:cxn modelId="{1CD9355E-CB17-48F7-BE0D-D118738D499B}" type="presParOf" srcId="{6A90B736-3480-4075-BFFF-5CA84EDFE8C1}" destId="{9EE68ADA-316B-4CD5-8050-1C89A4A95A75}" srcOrd="1" destOrd="0" presId="urn:microsoft.com/office/officeart/2005/8/layout/orgChart1"/>
    <dgm:cxn modelId="{F9BF4D93-0D7B-412C-B5AB-7D48470E7D97}" type="presParOf" srcId="{6A90B736-3480-4075-BFFF-5CA84EDFE8C1}" destId="{4E2A5E1D-D538-4F15-B945-4C838AA372D8}" srcOrd="2" destOrd="0" presId="urn:microsoft.com/office/officeart/2005/8/layout/orgChart1"/>
    <dgm:cxn modelId="{4B90847B-2868-4C57-A8F8-FD3F99485D2B}" type="presParOf" srcId="{264AF3F6-6E79-42FE-82B0-E5CDF7B3789C}" destId="{0662EBA7-FDF5-46A4-9919-EEF22D1473C6}" srcOrd="2" destOrd="0" presId="urn:microsoft.com/office/officeart/2005/8/layout/orgChart1"/>
    <dgm:cxn modelId="{2658D423-D507-48B8-B992-B74948D01FAB}" type="presParOf" srcId="{B4AB0B25-1124-4F5C-B276-23BF433DBD23}" destId="{01DDFBFD-9BEB-4272-B086-406F8265C1BA}" srcOrd="2" destOrd="0" presId="urn:microsoft.com/office/officeart/2005/8/layout/orgChart1"/>
    <dgm:cxn modelId="{2775A42F-F6AA-49B7-9B08-9ADCC6474777}" type="presParOf" srcId="{B4AB0B25-1124-4F5C-B276-23BF433DBD23}" destId="{3F48CD29-B940-4589-8863-CCEF1CC8B4A0}" srcOrd="3" destOrd="0" presId="urn:microsoft.com/office/officeart/2005/8/layout/orgChart1"/>
    <dgm:cxn modelId="{1910DC8D-DF6C-4119-AA9E-95E24476F792}" type="presParOf" srcId="{3F48CD29-B940-4589-8863-CCEF1CC8B4A0}" destId="{744B0E7C-BCF8-42B2-9ED4-0681A3FFF629}" srcOrd="0" destOrd="0" presId="urn:microsoft.com/office/officeart/2005/8/layout/orgChart1"/>
    <dgm:cxn modelId="{400F16AC-8B75-4FB4-BE73-18C51FBBFD8B}" type="presParOf" srcId="{744B0E7C-BCF8-42B2-9ED4-0681A3FFF629}" destId="{7DDEE3A3-8F4F-4CF2-AE88-A658106D1B22}" srcOrd="0" destOrd="0" presId="urn:microsoft.com/office/officeart/2005/8/layout/orgChart1"/>
    <dgm:cxn modelId="{6ED0EBB5-75A2-4867-9F88-8B0370155F1F}" type="presParOf" srcId="{744B0E7C-BCF8-42B2-9ED4-0681A3FFF629}" destId="{78535601-6CD5-4097-81A2-5F79D8FC7274}" srcOrd="1" destOrd="0" presId="urn:microsoft.com/office/officeart/2005/8/layout/orgChart1"/>
    <dgm:cxn modelId="{79130E02-6E2E-4633-94B0-55AFFB083666}" type="presParOf" srcId="{3F48CD29-B940-4589-8863-CCEF1CC8B4A0}" destId="{ABB7D2CD-1750-4A93-87AD-B0FF258D4E1F}" srcOrd="1" destOrd="0" presId="urn:microsoft.com/office/officeart/2005/8/layout/orgChart1"/>
    <dgm:cxn modelId="{0D2056EB-67CF-4EF9-BA37-E8386834094E}" type="presParOf" srcId="{3F48CD29-B940-4589-8863-CCEF1CC8B4A0}" destId="{432C94A5-042A-477A-A7BE-F4025E7292DF}" srcOrd="2" destOrd="0" presId="urn:microsoft.com/office/officeart/2005/8/layout/orgChart1"/>
    <dgm:cxn modelId="{60FECA88-8809-40CD-B445-53B960DC1A26}" type="presParOf" srcId="{B4AB0B25-1124-4F5C-B276-23BF433DBD23}" destId="{C3621433-CB05-48CF-B89D-A746624AF86C}" srcOrd="4" destOrd="0" presId="urn:microsoft.com/office/officeart/2005/8/layout/orgChart1"/>
    <dgm:cxn modelId="{C1F9A6A4-BF6C-49BF-9C75-532EF2504B02}" type="presParOf" srcId="{B4AB0B25-1124-4F5C-B276-23BF433DBD23}" destId="{8083FBEB-6433-4B67-9B93-449938EF7A98}" srcOrd="5" destOrd="0" presId="urn:microsoft.com/office/officeart/2005/8/layout/orgChart1"/>
    <dgm:cxn modelId="{C258F112-8CD7-48A6-AFC8-2E616849D2E0}" type="presParOf" srcId="{8083FBEB-6433-4B67-9B93-449938EF7A98}" destId="{0280E707-79F8-4E63-AF59-0B8376734DC5}" srcOrd="0" destOrd="0" presId="urn:microsoft.com/office/officeart/2005/8/layout/orgChart1"/>
    <dgm:cxn modelId="{16D44BAE-098E-495B-AC51-D44891D2644A}" type="presParOf" srcId="{0280E707-79F8-4E63-AF59-0B8376734DC5}" destId="{44CA50AD-04C6-474A-81F7-FB845AA14240}" srcOrd="0" destOrd="0" presId="urn:microsoft.com/office/officeart/2005/8/layout/orgChart1"/>
    <dgm:cxn modelId="{2C66068F-AD52-440B-A5CF-5B58638DBDAD}" type="presParOf" srcId="{0280E707-79F8-4E63-AF59-0B8376734DC5}" destId="{F91BB570-E616-4F95-BA90-6D9E3515C76E}" srcOrd="1" destOrd="0" presId="urn:microsoft.com/office/officeart/2005/8/layout/orgChart1"/>
    <dgm:cxn modelId="{B8496EC2-3AC0-48A4-AC59-050B27C42C95}" type="presParOf" srcId="{8083FBEB-6433-4B67-9B93-449938EF7A98}" destId="{13E5BAF6-9AD9-4C6A-9B7D-1AF2BB1BD080}" srcOrd="1" destOrd="0" presId="urn:microsoft.com/office/officeart/2005/8/layout/orgChart1"/>
    <dgm:cxn modelId="{A48D2E94-5775-4368-9688-D7DF41566069}" type="presParOf" srcId="{8083FBEB-6433-4B67-9B93-449938EF7A98}" destId="{232CE97C-E769-4621-9ADE-656305443A4C}" srcOrd="2" destOrd="0" presId="urn:microsoft.com/office/officeart/2005/8/layout/orgChart1"/>
    <dgm:cxn modelId="{B2B34BC8-0213-4EDA-AC2A-FC779A7589DC}" type="presParOf" srcId="{2505863C-EB86-4B53-90F4-EF04A4A14A71}" destId="{199CAB12-B6EE-48B8-91B5-ABCA77F33B73}" srcOrd="2" destOrd="0" presId="urn:microsoft.com/office/officeart/2005/8/layout/orgChart1"/>
    <dgm:cxn modelId="{5B80A187-4695-4FBF-B816-6EC180CF52FC}" type="presParOf" srcId="{115F5C48-F5C1-453A-A473-886DE46AC070}" destId="{33FAA2CD-9488-424F-ADBE-360B44DDF0AA}" srcOrd="2" destOrd="0" presId="urn:microsoft.com/office/officeart/2005/8/layout/orgChart1"/>
    <dgm:cxn modelId="{4B82A236-6C3A-4A40-8839-1AB5CC7199E2}" type="presParOf" srcId="{115F5C48-F5C1-453A-A473-886DE46AC070}" destId="{8C870BF6-C6E1-46E0-94B6-2F7AC4D4B902}" srcOrd="3" destOrd="0" presId="urn:microsoft.com/office/officeart/2005/8/layout/orgChart1"/>
    <dgm:cxn modelId="{D1EA9BC9-007E-463D-9EEF-105BBF011C33}" type="presParOf" srcId="{8C870BF6-C6E1-46E0-94B6-2F7AC4D4B902}" destId="{D2B25E6A-F70E-434C-924F-7CCA3F8765D2}" srcOrd="0" destOrd="0" presId="urn:microsoft.com/office/officeart/2005/8/layout/orgChart1"/>
    <dgm:cxn modelId="{74DB8684-3CB8-416D-9494-2C9AA17A1F84}" type="presParOf" srcId="{D2B25E6A-F70E-434C-924F-7CCA3F8765D2}" destId="{889AEF26-9613-4331-A0D0-B2E7DD13C0B8}" srcOrd="0" destOrd="0" presId="urn:microsoft.com/office/officeart/2005/8/layout/orgChart1"/>
    <dgm:cxn modelId="{B4780682-35BE-4998-8F70-F369F2295A7C}" type="presParOf" srcId="{D2B25E6A-F70E-434C-924F-7CCA3F8765D2}" destId="{49BD446C-21C8-44B5-B1CB-778E6FBE6CEE}" srcOrd="1" destOrd="0" presId="urn:microsoft.com/office/officeart/2005/8/layout/orgChart1"/>
    <dgm:cxn modelId="{3AD8BF6E-A38F-4513-81E7-F0707B166FB7}" type="presParOf" srcId="{8C870BF6-C6E1-46E0-94B6-2F7AC4D4B902}" destId="{14716FA6-F388-4AD0-80FB-1464FB0F8B42}" srcOrd="1" destOrd="0" presId="urn:microsoft.com/office/officeart/2005/8/layout/orgChart1"/>
    <dgm:cxn modelId="{F191685C-1192-4F49-9DC6-011A2FC3D581}" type="presParOf" srcId="{8C870BF6-C6E1-46E0-94B6-2F7AC4D4B902}" destId="{9589B386-51D3-4F9C-B1E2-F81B67A81787}" srcOrd="2" destOrd="0" presId="urn:microsoft.com/office/officeart/2005/8/layout/orgChart1"/>
    <dgm:cxn modelId="{1435390F-6588-4580-94CC-6CA7185665A1}" type="presParOf" srcId="{115F5C48-F5C1-453A-A473-886DE46AC070}" destId="{B5BD29A3-C9FD-491F-B544-A68B27D72462}" srcOrd="4" destOrd="0" presId="urn:microsoft.com/office/officeart/2005/8/layout/orgChart1"/>
    <dgm:cxn modelId="{59E2D03E-7488-44C0-A947-2D35132DCA0F}" type="presParOf" srcId="{115F5C48-F5C1-453A-A473-886DE46AC070}" destId="{14C010A1-3ED8-4EAE-8B32-C4CEC057A5B4}" srcOrd="5" destOrd="0" presId="urn:microsoft.com/office/officeart/2005/8/layout/orgChart1"/>
    <dgm:cxn modelId="{C779C12E-AECE-4A4B-B39B-E1DF1134A759}" type="presParOf" srcId="{14C010A1-3ED8-4EAE-8B32-C4CEC057A5B4}" destId="{7EA0AFD1-305D-44B7-BE72-47E9B723C234}" srcOrd="0" destOrd="0" presId="urn:microsoft.com/office/officeart/2005/8/layout/orgChart1"/>
    <dgm:cxn modelId="{28B7FCB9-E6EB-4A3F-AA1C-8CB4EBF7763B}" type="presParOf" srcId="{7EA0AFD1-305D-44B7-BE72-47E9B723C234}" destId="{B17EDF9B-D86A-4BFB-9D54-BB8BAAD937A5}" srcOrd="0" destOrd="0" presId="urn:microsoft.com/office/officeart/2005/8/layout/orgChart1"/>
    <dgm:cxn modelId="{CCBD9028-E90A-4E07-A728-13D335AA2685}" type="presParOf" srcId="{7EA0AFD1-305D-44B7-BE72-47E9B723C234}" destId="{C11EF02F-E0D8-4A85-B2F0-BBEDCB7622D6}" srcOrd="1" destOrd="0" presId="urn:microsoft.com/office/officeart/2005/8/layout/orgChart1"/>
    <dgm:cxn modelId="{9DB5BFD5-1ED7-493B-A1A1-01596DCA88EB}" type="presParOf" srcId="{14C010A1-3ED8-4EAE-8B32-C4CEC057A5B4}" destId="{05228C72-ECD1-442C-BE6E-A6499B3F79B3}" srcOrd="1" destOrd="0" presId="urn:microsoft.com/office/officeart/2005/8/layout/orgChart1"/>
    <dgm:cxn modelId="{3A0A8699-2CE5-48D2-A067-281E0D0E5694}" type="presParOf" srcId="{14C010A1-3ED8-4EAE-8B32-C4CEC057A5B4}" destId="{0CF39E36-A449-4A60-9718-04936A3006AE}" srcOrd="2" destOrd="0" presId="urn:microsoft.com/office/officeart/2005/8/layout/orgChart1"/>
    <dgm:cxn modelId="{438AD82F-67A6-4DBB-860D-A306232A125B}" type="presParOf" srcId="{115F5C48-F5C1-453A-A473-886DE46AC070}" destId="{042179C2-A66E-4574-A82F-A87401FA82DB}" srcOrd="6" destOrd="0" presId="urn:microsoft.com/office/officeart/2005/8/layout/orgChart1"/>
    <dgm:cxn modelId="{13D73EA9-1861-4914-A2FF-032C47E04C03}" type="presParOf" srcId="{115F5C48-F5C1-453A-A473-886DE46AC070}" destId="{BDBE9F71-16ED-4972-BB00-D2E4863D300E}" srcOrd="7" destOrd="0" presId="urn:microsoft.com/office/officeart/2005/8/layout/orgChart1"/>
    <dgm:cxn modelId="{4716A3FF-1961-45E7-8678-DECA712C2573}" type="presParOf" srcId="{BDBE9F71-16ED-4972-BB00-D2E4863D300E}" destId="{AAFE8133-1AD3-420F-88B8-2911F505D025}" srcOrd="0" destOrd="0" presId="urn:microsoft.com/office/officeart/2005/8/layout/orgChart1"/>
    <dgm:cxn modelId="{ABFAB527-71C7-49F1-BF9B-8DDD5F4CD487}" type="presParOf" srcId="{AAFE8133-1AD3-420F-88B8-2911F505D025}" destId="{0C662A20-2C53-4F71-A9AF-E244FAC4666A}" srcOrd="0" destOrd="0" presId="urn:microsoft.com/office/officeart/2005/8/layout/orgChart1"/>
    <dgm:cxn modelId="{7C184D85-0F2A-4F45-8EAD-E3566C287E5C}" type="presParOf" srcId="{AAFE8133-1AD3-420F-88B8-2911F505D025}" destId="{304EFCB4-F631-4068-AFC8-EF14F5D47C0D}" srcOrd="1" destOrd="0" presId="urn:microsoft.com/office/officeart/2005/8/layout/orgChart1"/>
    <dgm:cxn modelId="{94E300E6-3762-46BF-B3A1-9828A959BB31}" type="presParOf" srcId="{BDBE9F71-16ED-4972-BB00-D2E4863D300E}" destId="{E8F92B74-3003-427D-8F82-5F6FB5246169}" srcOrd="1" destOrd="0" presId="urn:microsoft.com/office/officeart/2005/8/layout/orgChart1"/>
    <dgm:cxn modelId="{EB51FC20-06C0-4AED-BEAE-55D79173555C}" type="presParOf" srcId="{BDBE9F71-16ED-4972-BB00-D2E4863D300E}" destId="{F0E7BFB3-1719-4B6D-9FDF-9E096687827D}" srcOrd="2" destOrd="0" presId="urn:microsoft.com/office/officeart/2005/8/layout/orgChart1"/>
    <dgm:cxn modelId="{4E2A0488-3FD4-4008-98EE-37BA4D392907}" type="presParOf" srcId="{D0087B23-DA4C-4066-B1FD-CAA5343EA738}" destId="{5AC1E57D-2E29-4513-9FD1-7D390AAF8591}"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E4D38FE-E23E-4B6A-BF94-F173787A2135}" type="doc">
      <dgm:prSet loTypeId="urn:microsoft.com/office/officeart/2005/8/layout/orgChart1" loCatId="hierarchy" qsTypeId="urn:microsoft.com/office/officeart/2005/8/quickstyle/simple1" qsCatId="simple" csTypeId="urn:microsoft.com/office/officeart/2005/8/colors/colorful4" csCatId="colorful" phldr="1"/>
      <dgm:spPr/>
      <dgm:t>
        <a:bodyPr/>
        <a:lstStyle/>
        <a:p>
          <a:pPr rtl="1"/>
          <a:endParaRPr lang="he-IL"/>
        </a:p>
      </dgm:t>
    </dgm:pt>
    <dgm:pt modelId="{18678C63-8885-4B84-B193-9E9801FABAA0}">
      <dgm:prSet phldrT="[טקסט]" phldr="0"/>
      <dgm:spPr/>
      <dgm:t>
        <a:bodyPr/>
        <a:lstStyle/>
        <a:p>
          <a:pPr rtl="1"/>
          <a:r>
            <a:rPr lang="he-IL" b="0" i="0" u="none" strike="noStrike" cap="none" baseline="0" noProof="0" dirty="0">
              <a:latin typeface="Calibri Light"/>
              <a:cs typeface="Calibri Light"/>
            </a:rPr>
            <a:t>גיטרה</a:t>
          </a:r>
          <a:endParaRPr lang="he-IL" dirty="0">
            <a:latin typeface="Calibri Light"/>
          </a:endParaRPr>
        </a:p>
      </dgm:t>
    </dgm:pt>
    <dgm:pt modelId="{5B67D294-2C29-4CBC-B74A-709C9AF68E25}" type="parTrans" cxnId="{D8B5A27F-3B16-4D39-BBE8-B454F3178062}">
      <dgm:prSet/>
      <dgm:spPr/>
      <dgm:t>
        <a:bodyPr/>
        <a:lstStyle/>
        <a:p>
          <a:pPr rtl="1"/>
          <a:endParaRPr lang="he-IL"/>
        </a:p>
      </dgm:t>
    </dgm:pt>
    <dgm:pt modelId="{842D1F74-0C69-4D1E-9B06-27BAF0458207}" type="sibTrans" cxnId="{D8B5A27F-3B16-4D39-BBE8-B454F3178062}">
      <dgm:prSet/>
      <dgm:spPr/>
      <dgm:t>
        <a:bodyPr/>
        <a:lstStyle/>
        <a:p>
          <a:pPr rtl="1"/>
          <a:endParaRPr lang="he-IL"/>
        </a:p>
      </dgm:t>
    </dgm:pt>
    <dgm:pt modelId="{31652CF7-1268-45D7-8C8E-A45E5D18455F}">
      <dgm:prSet phldrT="[טקסט]" phldr="0"/>
      <dgm:spPr/>
      <dgm:t>
        <a:bodyPr/>
        <a:lstStyle/>
        <a:p>
          <a:pPr rtl="1"/>
          <a:r>
            <a:rPr lang="he-IL" dirty="0">
              <a:latin typeface="Calibri Light"/>
            </a:rPr>
            <a:t>כינור</a:t>
          </a:r>
          <a:endParaRPr lang="he-IL" dirty="0"/>
        </a:p>
      </dgm:t>
    </dgm:pt>
    <dgm:pt modelId="{E6EE5E9B-E2E0-4686-BFD1-11092BA8AC88}" type="parTrans" cxnId="{F78FBA6B-A0AD-4777-AB5A-A3D6D0FFFDB1}">
      <dgm:prSet/>
      <dgm:spPr/>
      <dgm:t>
        <a:bodyPr/>
        <a:lstStyle/>
        <a:p>
          <a:pPr rtl="1"/>
          <a:endParaRPr lang="he-IL"/>
        </a:p>
      </dgm:t>
    </dgm:pt>
    <dgm:pt modelId="{FB51E392-D21F-4A4C-A7D1-54DE0DA0B5E3}" type="sibTrans" cxnId="{F78FBA6B-A0AD-4777-AB5A-A3D6D0FFFDB1}">
      <dgm:prSet/>
      <dgm:spPr/>
      <dgm:t>
        <a:bodyPr/>
        <a:lstStyle/>
        <a:p>
          <a:pPr rtl="1"/>
          <a:endParaRPr lang="he-IL"/>
        </a:p>
      </dgm:t>
    </dgm:pt>
    <dgm:pt modelId="{6BF46C97-C725-47D6-94D7-EA86B5F80A1D}">
      <dgm:prSet phldr="0"/>
      <dgm:spPr/>
      <dgm:t>
        <a:bodyPr/>
        <a:lstStyle/>
        <a:p>
          <a:pPr rtl="1"/>
          <a:r>
            <a:rPr lang="he-IL" b="0" i="0" u="none" strike="noStrike" cap="none" baseline="0" noProof="0" dirty="0">
              <a:latin typeface="Calibri Light"/>
              <a:cs typeface="Calibri Light"/>
            </a:rPr>
            <a:t>גוון</a:t>
          </a:r>
        </a:p>
      </dgm:t>
    </dgm:pt>
    <dgm:pt modelId="{F3DB653A-C5F3-4D59-AAEF-EF3E03D19DED}" type="parTrans" cxnId="{CC1B9B0A-7810-4704-AD56-1ACCB1DE519A}">
      <dgm:prSet/>
      <dgm:spPr/>
    </dgm:pt>
    <dgm:pt modelId="{DA0E9F3E-8C1E-47C8-88D3-2006DB30292C}" type="sibTrans" cxnId="{CC1B9B0A-7810-4704-AD56-1ACCB1DE519A}">
      <dgm:prSet/>
      <dgm:spPr/>
    </dgm:pt>
    <dgm:pt modelId="{46929ABC-211D-4475-8931-860D298AB6EF}">
      <dgm:prSet phldr="0"/>
      <dgm:spPr/>
      <dgm:t>
        <a:bodyPr/>
        <a:lstStyle/>
        <a:p>
          <a:pPr rtl="1"/>
          <a:r>
            <a:rPr lang="he-IL" dirty="0">
              <a:latin typeface="Calibri Light" panose="020F0302020204030204"/>
            </a:rPr>
            <a:t>פסנתר</a:t>
          </a:r>
        </a:p>
      </dgm:t>
    </dgm:pt>
    <dgm:pt modelId="{CF1F81E3-3EFB-4BA7-B2B8-96C8411FAA04}" type="parTrans" cxnId="{6FC98D39-08D8-4077-A434-C479CD5324B8}">
      <dgm:prSet/>
      <dgm:spPr/>
      <dgm:t>
        <a:bodyPr/>
        <a:lstStyle/>
        <a:p>
          <a:pPr rtl="1"/>
          <a:endParaRPr lang="he-IL"/>
        </a:p>
      </dgm:t>
    </dgm:pt>
    <dgm:pt modelId="{565309FA-018D-4F7E-BB15-BF496E97C86C}" type="sibTrans" cxnId="{6FC98D39-08D8-4077-A434-C479CD5324B8}">
      <dgm:prSet/>
      <dgm:spPr/>
    </dgm:pt>
    <dgm:pt modelId="{A0F8C72C-C85B-4AD2-8567-1AE290999392}">
      <dgm:prSet phldr="0"/>
      <dgm:spPr/>
      <dgm:t>
        <a:bodyPr/>
        <a:lstStyle/>
        <a:p>
          <a:pPr rtl="1"/>
          <a:r>
            <a:rPr lang="he-IL" dirty="0">
              <a:latin typeface="Calibri Light" panose="020F0302020204030204"/>
            </a:rPr>
            <a:t>Frame1</a:t>
          </a:r>
        </a:p>
      </dgm:t>
    </dgm:pt>
    <dgm:pt modelId="{F95EFCA9-EAD5-4F18-995A-C2CF36D3713C}" type="parTrans" cxnId="{72F480BA-D0BF-47A8-B780-413034D37ACA}">
      <dgm:prSet/>
      <dgm:spPr/>
    </dgm:pt>
    <dgm:pt modelId="{B534050C-DF26-4DE6-AED0-ADFC3C3A1FF8}" type="sibTrans" cxnId="{72F480BA-D0BF-47A8-B780-413034D37ACA}">
      <dgm:prSet/>
      <dgm:spPr/>
    </dgm:pt>
    <dgm:pt modelId="{8D834EA7-15D0-412E-8F3C-AB3C7ACA3FC3}">
      <dgm:prSet phldr="0"/>
      <dgm:spPr/>
      <dgm:t>
        <a:bodyPr/>
        <a:lstStyle/>
        <a:p>
          <a:pPr rtl="1"/>
          <a:r>
            <a:rPr lang="he-IL" dirty="0">
              <a:latin typeface="Calibri Light" panose="020F0302020204030204"/>
            </a:rPr>
            <a:t>Frame2</a:t>
          </a:r>
        </a:p>
      </dgm:t>
    </dgm:pt>
    <dgm:pt modelId="{7369FC0C-ADA1-429E-83B8-F88FB64A7CF2}" type="parTrans" cxnId="{BDE2FA98-CA23-41DE-BD1D-277523048FAB}">
      <dgm:prSet/>
      <dgm:spPr/>
    </dgm:pt>
    <dgm:pt modelId="{8760A303-43B0-42C5-B41B-5879212A2B97}" type="sibTrans" cxnId="{BDE2FA98-CA23-41DE-BD1D-277523048FAB}">
      <dgm:prSet/>
      <dgm:spPr/>
    </dgm:pt>
    <dgm:pt modelId="{9CAD7B60-C9C6-4F26-9766-56CAB6860D5F}">
      <dgm:prSet phldr="0"/>
      <dgm:spPr/>
      <dgm:t>
        <a:bodyPr/>
        <a:lstStyle/>
        <a:p>
          <a:pPr rtl="1"/>
          <a:r>
            <a:rPr lang="he-IL" dirty="0">
              <a:latin typeface="Calibri Light"/>
            </a:rPr>
            <a:t>WAV1</a:t>
          </a:r>
        </a:p>
      </dgm:t>
    </dgm:pt>
    <dgm:pt modelId="{1260190F-BB72-4886-8DEE-10A4873B38F6}" type="parTrans" cxnId="{39F1536B-6823-494A-A55D-CE4413019A68}">
      <dgm:prSet/>
      <dgm:spPr/>
    </dgm:pt>
    <dgm:pt modelId="{27B292D5-3830-4A0C-9B79-469A14B16B6E}" type="sibTrans" cxnId="{39F1536B-6823-494A-A55D-CE4413019A68}">
      <dgm:prSet/>
      <dgm:spPr/>
    </dgm:pt>
    <dgm:pt modelId="{DAF98D56-4A8F-47CA-A91F-B4D8C1751443}">
      <dgm:prSet phldr="0"/>
      <dgm:spPr/>
      <dgm:t>
        <a:bodyPr/>
        <a:lstStyle/>
        <a:p>
          <a:pPr rtl="1"/>
          <a:r>
            <a:rPr lang="he-IL" dirty="0">
              <a:latin typeface="Calibri Light" panose="020F0302020204030204"/>
            </a:rPr>
            <a:t>...</a:t>
          </a:r>
        </a:p>
      </dgm:t>
    </dgm:pt>
    <dgm:pt modelId="{1A635A20-B2C1-47B5-980D-7E0AE899C32F}" type="parTrans" cxnId="{CB051618-9142-478A-A59E-54E01321D4DB}">
      <dgm:prSet/>
      <dgm:spPr/>
    </dgm:pt>
    <dgm:pt modelId="{D4F84E48-F3C7-4E82-A795-A4570EC0A102}" type="sibTrans" cxnId="{CB051618-9142-478A-A59E-54E01321D4DB}">
      <dgm:prSet/>
      <dgm:spPr/>
    </dgm:pt>
    <dgm:pt modelId="{D656EE07-A149-459D-A8AD-76A276C004F3}">
      <dgm:prSet phldr="0"/>
      <dgm:spPr/>
      <dgm:t>
        <a:bodyPr/>
        <a:lstStyle/>
        <a:p>
          <a:pPr rtl="1"/>
          <a:r>
            <a:rPr lang="he-IL" dirty="0">
              <a:latin typeface="Calibri Light" panose="020F0302020204030204"/>
            </a:rPr>
            <a:t>...</a:t>
          </a:r>
        </a:p>
      </dgm:t>
    </dgm:pt>
    <dgm:pt modelId="{E6FC9F0A-3DC4-41B3-A3AC-BB8B4697FFEE}" type="parTrans" cxnId="{13BEF7D6-7F97-440A-89D8-6285E7A1EB32}">
      <dgm:prSet/>
      <dgm:spPr/>
    </dgm:pt>
    <dgm:pt modelId="{EEF00EC1-542A-4F77-A16B-54FB84230651}" type="sibTrans" cxnId="{13BEF7D6-7F97-440A-89D8-6285E7A1EB32}">
      <dgm:prSet/>
      <dgm:spPr/>
    </dgm:pt>
    <dgm:pt modelId="{F9D61E65-C705-4417-82C5-3697CDE9786F}">
      <dgm:prSet phldr="0"/>
      <dgm:spPr/>
      <dgm:t>
        <a:bodyPr/>
        <a:lstStyle/>
        <a:p>
          <a:pPr rtl="1"/>
          <a:r>
            <a:rPr lang="he-IL" dirty="0">
              <a:latin typeface="Calibri Light" panose="020F0302020204030204"/>
            </a:rPr>
            <a:t>WAV2</a:t>
          </a:r>
        </a:p>
      </dgm:t>
    </dgm:pt>
    <dgm:pt modelId="{A8A6742A-3A09-488A-AF23-2F94BDF62D04}" type="parTrans" cxnId="{809F74C3-B606-42AB-B761-5F862C6979EE}">
      <dgm:prSet/>
      <dgm:spPr/>
    </dgm:pt>
    <dgm:pt modelId="{0387E8BA-FF9A-42DB-A072-AE3102724FBA}" type="sibTrans" cxnId="{809F74C3-B606-42AB-B761-5F862C6979EE}">
      <dgm:prSet/>
      <dgm:spPr/>
    </dgm:pt>
    <dgm:pt modelId="{57594793-BE03-475A-B08D-A189DF78B15B}">
      <dgm:prSet phldr="0"/>
      <dgm:spPr/>
      <dgm:t>
        <a:bodyPr/>
        <a:lstStyle/>
        <a:p>
          <a:pPr rtl="1"/>
          <a:r>
            <a:rPr lang="he-IL" dirty="0">
              <a:latin typeface="Calibri Light" panose="020F0302020204030204"/>
            </a:rPr>
            <a:t>...</a:t>
          </a:r>
        </a:p>
      </dgm:t>
    </dgm:pt>
    <dgm:pt modelId="{B87C94F0-0143-4B8F-AB3C-8420076F7807}" type="parTrans" cxnId="{8003A585-404D-4561-8DF3-9EFD979DAAFD}">
      <dgm:prSet/>
      <dgm:spPr/>
    </dgm:pt>
    <dgm:pt modelId="{61338189-BE4C-4C54-A30D-91AD0A6CCF50}" type="sibTrans" cxnId="{8003A585-404D-4561-8DF3-9EFD979DAAFD}">
      <dgm:prSet/>
      <dgm:spPr/>
    </dgm:pt>
    <dgm:pt modelId="{C7E47C78-CE74-4487-9143-631C3D584919}" type="pres">
      <dgm:prSet presAssocID="{5E4D38FE-E23E-4B6A-BF94-F173787A2135}" presName="hierChild1" presStyleCnt="0">
        <dgm:presLayoutVars>
          <dgm:orgChart val="1"/>
          <dgm:chPref val="1"/>
          <dgm:dir/>
          <dgm:animOne val="branch"/>
          <dgm:animLvl val="lvl"/>
          <dgm:resizeHandles/>
        </dgm:presLayoutVars>
      </dgm:prSet>
      <dgm:spPr/>
    </dgm:pt>
    <dgm:pt modelId="{CF5C6D7C-8026-4A5D-9469-1C78261BD2C5}" type="pres">
      <dgm:prSet presAssocID="{6BF46C97-C725-47D6-94D7-EA86B5F80A1D}" presName="hierRoot1" presStyleCnt="0">
        <dgm:presLayoutVars>
          <dgm:hierBranch val="init"/>
        </dgm:presLayoutVars>
      </dgm:prSet>
      <dgm:spPr/>
    </dgm:pt>
    <dgm:pt modelId="{FF6A1CB4-A531-4074-BE21-9275D0D95574}" type="pres">
      <dgm:prSet presAssocID="{6BF46C97-C725-47D6-94D7-EA86B5F80A1D}" presName="rootComposite1" presStyleCnt="0"/>
      <dgm:spPr/>
    </dgm:pt>
    <dgm:pt modelId="{BB9EB1BF-CAB6-49CA-98E6-0BD356ED51A2}" type="pres">
      <dgm:prSet presAssocID="{6BF46C97-C725-47D6-94D7-EA86B5F80A1D}" presName="rootText1" presStyleLbl="node0" presStyleIdx="0" presStyleCnt="1">
        <dgm:presLayoutVars>
          <dgm:chPref val="3"/>
        </dgm:presLayoutVars>
      </dgm:prSet>
      <dgm:spPr/>
    </dgm:pt>
    <dgm:pt modelId="{3992E425-F293-4C3E-8C4C-36C174C1F1B1}" type="pres">
      <dgm:prSet presAssocID="{6BF46C97-C725-47D6-94D7-EA86B5F80A1D}" presName="rootConnector1" presStyleLbl="node1" presStyleIdx="0" presStyleCnt="0"/>
      <dgm:spPr/>
    </dgm:pt>
    <dgm:pt modelId="{B00F26EA-B68B-4FEF-94CF-BED4636BA122}" type="pres">
      <dgm:prSet presAssocID="{6BF46C97-C725-47D6-94D7-EA86B5F80A1D}" presName="hierChild2" presStyleCnt="0"/>
      <dgm:spPr/>
    </dgm:pt>
    <dgm:pt modelId="{C3C51111-8510-4343-9CF4-82B25F4A24B1}" type="pres">
      <dgm:prSet presAssocID="{5B67D294-2C29-4CBC-B74A-709C9AF68E25}" presName="Name37" presStyleLbl="parChTrans1D2" presStyleIdx="0" presStyleCnt="4"/>
      <dgm:spPr/>
    </dgm:pt>
    <dgm:pt modelId="{C6BA4417-349D-43D0-B828-EA254A936C49}" type="pres">
      <dgm:prSet presAssocID="{18678C63-8885-4B84-B193-9E9801FABAA0}" presName="hierRoot2" presStyleCnt="0">
        <dgm:presLayoutVars>
          <dgm:hierBranch val="init"/>
        </dgm:presLayoutVars>
      </dgm:prSet>
      <dgm:spPr/>
    </dgm:pt>
    <dgm:pt modelId="{DAB34013-E934-4A6E-B632-BF41EECAE446}" type="pres">
      <dgm:prSet presAssocID="{18678C63-8885-4B84-B193-9E9801FABAA0}" presName="rootComposite" presStyleCnt="0"/>
      <dgm:spPr/>
    </dgm:pt>
    <dgm:pt modelId="{85EA4323-519F-4B64-974B-77B9185C58AC}" type="pres">
      <dgm:prSet presAssocID="{18678C63-8885-4B84-B193-9E9801FABAA0}" presName="rootText" presStyleLbl="node2" presStyleIdx="0" presStyleCnt="4">
        <dgm:presLayoutVars>
          <dgm:chPref val="3"/>
        </dgm:presLayoutVars>
      </dgm:prSet>
      <dgm:spPr/>
    </dgm:pt>
    <dgm:pt modelId="{07CBE1C9-3F2E-4F26-994D-B8DE2654CD2B}" type="pres">
      <dgm:prSet presAssocID="{18678C63-8885-4B84-B193-9E9801FABAA0}" presName="rootConnector" presStyleLbl="node2" presStyleIdx="0" presStyleCnt="4"/>
      <dgm:spPr/>
    </dgm:pt>
    <dgm:pt modelId="{541D3423-B8BC-4FB1-AB3E-8B89405C8F96}" type="pres">
      <dgm:prSet presAssocID="{18678C63-8885-4B84-B193-9E9801FABAA0}" presName="hierChild4" presStyleCnt="0"/>
      <dgm:spPr/>
    </dgm:pt>
    <dgm:pt modelId="{7772E5E3-3B39-47F3-AF5F-D02DCBDA5636}" type="pres">
      <dgm:prSet presAssocID="{1260190F-BB72-4886-8DEE-10A4873B38F6}" presName="Name37" presStyleLbl="parChTrans1D3" presStyleIdx="0" presStyleCnt="3"/>
      <dgm:spPr/>
    </dgm:pt>
    <dgm:pt modelId="{7B96F878-B76E-4936-877B-ED7263A6EB96}" type="pres">
      <dgm:prSet presAssocID="{9CAD7B60-C9C6-4F26-9766-56CAB6860D5F}" presName="hierRoot2" presStyleCnt="0">
        <dgm:presLayoutVars>
          <dgm:hierBranch val="init"/>
        </dgm:presLayoutVars>
      </dgm:prSet>
      <dgm:spPr/>
    </dgm:pt>
    <dgm:pt modelId="{99BFD17F-0D01-4F00-98C1-C2170D049F63}" type="pres">
      <dgm:prSet presAssocID="{9CAD7B60-C9C6-4F26-9766-56CAB6860D5F}" presName="rootComposite" presStyleCnt="0"/>
      <dgm:spPr/>
    </dgm:pt>
    <dgm:pt modelId="{3F84CE2F-1E6B-4DCF-A539-1CDC3CBC4522}" type="pres">
      <dgm:prSet presAssocID="{9CAD7B60-C9C6-4F26-9766-56CAB6860D5F}" presName="rootText" presStyleLbl="node3" presStyleIdx="0" presStyleCnt="3">
        <dgm:presLayoutVars>
          <dgm:chPref val="3"/>
        </dgm:presLayoutVars>
      </dgm:prSet>
      <dgm:spPr/>
    </dgm:pt>
    <dgm:pt modelId="{6E20D2A3-AF38-4AB8-AA70-2A3138D3C9FD}" type="pres">
      <dgm:prSet presAssocID="{9CAD7B60-C9C6-4F26-9766-56CAB6860D5F}" presName="rootConnector" presStyleLbl="node3" presStyleIdx="0" presStyleCnt="3"/>
      <dgm:spPr/>
    </dgm:pt>
    <dgm:pt modelId="{2828F0C4-9E63-4410-ACD8-1125E6ADE752}" type="pres">
      <dgm:prSet presAssocID="{9CAD7B60-C9C6-4F26-9766-56CAB6860D5F}" presName="hierChild4" presStyleCnt="0"/>
      <dgm:spPr/>
    </dgm:pt>
    <dgm:pt modelId="{0E897336-2427-40FC-A159-1EA5E88F757D}" type="pres">
      <dgm:prSet presAssocID="{F95EFCA9-EAD5-4F18-995A-C2CF36D3713C}" presName="Name37" presStyleLbl="parChTrans1D4" presStyleIdx="0" presStyleCnt="3"/>
      <dgm:spPr/>
    </dgm:pt>
    <dgm:pt modelId="{9BCAEDBA-66AE-41CF-8DFB-280C4EC2530E}" type="pres">
      <dgm:prSet presAssocID="{A0F8C72C-C85B-4AD2-8567-1AE290999392}" presName="hierRoot2" presStyleCnt="0">
        <dgm:presLayoutVars>
          <dgm:hierBranch val="init"/>
        </dgm:presLayoutVars>
      </dgm:prSet>
      <dgm:spPr/>
    </dgm:pt>
    <dgm:pt modelId="{B81BAA7C-F919-4ECC-AD92-93D6C07530E9}" type="pres">
      <dgm:prSet presAssocID="{A0F8C72C-C85B-4AD2-8567-1AE290999392}" presName="rootComposite" presStyleCnt="0"/>
      <dgm:spPr/>
    </dgm:pt>
    <dgm:pt modelId="{CF7AC0B9-3C06-491A-8462-77B1965CD6C7}" type="pres">
      <dgm:prSet presAssocID="{A0F8C72C-C85B-4AD2-8567-1AE290999392}" presName="rootText" presStyleLbl="node4" presStyleIdx="0" presStyleCnt="3">
        <dgm:presLayoutVars>
          <dgm:chPref val="3"/>
        </dgm:presLayoutVars>
      </dgm:prSet>
      <dgm:spPr/>
    </dgm:pt>
    <dgm:pt modelId="{A942891E-EF2E-466B-8B26-F04B49736E15}" type="pres">
      <dgm:prSet presAssocID="{A0F8C72C-C85B-4AD2-8567-1AE290999392}" presName="rootConnector" presStyleLbl="node4" presStyleIdx="0" presStyleCnt="3"/>
      <dgm:spPr/>
    </dgm:pt>
    <dgm:pt modelId="{AAD53561-3128-48D6-8831-E6D70B85A09B}" type="pres">
      <dgm:prSet presAssocID="{A0F8C72C-C85B-4AD2-8567-1AE290999392}" presName="hierChild4" presStyleCnt="0"/>
      <dgm:spPr/>
    </dgm:pt>
    <dgm:pt modelId="{ABAB5981-941B-4F52-98A5-284F64B68236}" type="pres">
      <dgm:prSet presAssocID="{A0F8C72C-C85B-4AD2-8567-1AE290999392}" presName="hierChild5" presStyleCnt="0"/>
      <dgm:spPr/>
    </dgm:pt>
    <dgm:pt modelId="{D5BFD7A1-77FB-4607-8D85-FFB3317E6992}" type="pres">
      <dgm:prSet presAssocID="{7369FC0C-ADA1-429E-83B8-F88FB64A7CF2}" presName="Name37" presStyleLbl="parChTrans1D4" presStyleIdx="1" presStyleCnt="3"/>
      <dgm:spPr/>
    </dgm:pt>
    <dgm:pt modelId="{5B90F430-B56D-4515-837E-AFB0692E0D04}" type="pres">
      <dgm:prSet presAssocID="{8D834EA7-15D0-412E-8F3C-AB3C7ACA3FC3}" presName="hierRoot2" presStyleCnt="0">
        <dgm:presLayoutVars>
          <dgm:hierBranch val="init"/>
        </dgm:presLayoutVars>
      </dgm:prSet>
      <dgm:spPr/>
    </dgm:pt>
    <dgm:pt modelId="{675971DA-D3AE-47C6-A413-2B21E14B43CB}" type="pres">
      <dgm:prSet presAssocID="{8D834EA7-15D0-412E-8F3C-AB3C7ACA3FC3}" presName="rootComposite" presStyleCnt="0"/>
      <dgm:spPr/>
    </dgm:pt>
    <dgm:pt modelId="{AB4057ED-D52B-4B63-9C98-DA7D563E4EE4}" type="pres">
      <dgm:prSet presAssocID="{8D834EA7-15D0-412E-8F3C-AB3C7ACA3FC3}" presName="rootText" presStyleLbl="node4" presStyleIdx="1" presStyleCnt="3">
        <dgm:presLayoutVars>
          <dgm:chPref val="3"/>
        </dgm:presLayoutVars>
      </dgm:prSet>
      <dgm:spPr/>
    </dgm:pt>
    <dgm:pt modelId="{1001D33D-0812-44E4-8710-609CB12A1E4E}" type="pres">
      <dgm:prSet presAssocID="{8D834EA7-15D0-412E-8F3C-AB3C7ACA3FC3}" presName="rootConnector" presStyleLbl="node4" presStyleIdx="1" presStyleCnt="3"/>
      <dgm:spPr/>
    </dgm:pt>
    <dgm:pt modelId="{68AE0773-8337-4E3C-9E49-07400FE5691F}" type="pres">
      <dgm:prSet presAssocID="{8D834EA7-15D0-412E-8F3C-AB3C7ACA3FC3}" presName="hierChild4" presStyleCnt="0"/>
      <dgm:spPr/>
    </dgm:pt>
    <dgm:pt modelId="{B51E3A4A-77C6-4C50-8AD1-48909D2CED18}" type="pres">
      <dgm:prSet presAssocID="{8D834EA7-15D0-412E-8F3C-AB3C7ACA3FC3}" presName="hierChild5" presStyleCnt="0"/>
      <dgm:spPr/>
    </dgm:pt>
    <dgm:pt modelId="{96CC4E14-FA59-497E-A873-2D2F6A6C906E}" type="pres">
      <dgm:prSet presAssocID="{E6FC9F0A-3DC4-41B3-A3AC-BB8B4697FFEE}" presName="Name37" presStyleLbl="parChTrans1D4" presStyleIdx="2" presStyleCnt="3"/>
      <dgm:spPr/>
    </dgm:pt>
    <dgm:pt modelId="{BB17F7C7-C3BF-489A-A244-D1557437D192}" type="pres">
      <dgm:prSet presAssocID="{D656EE07-A149-459D-A8AD-76A276C004F3}" presName="hierRoot2" presStyleCnt="0">
        <dgm:presLayoutVars>
          <dgm:hierBranch val="init"/>
        </dgm:presLayoutVars>
      </dgm:prSet>
      <dgm:spPr/>
    </dgm:pt>
    <dgm:pt modelId="{A0C14815-8D9F-431A-A3F7-C86444805C71}" type="pres">
      <dgm:prSet presAssocID="{D656EE07-A149-459D-A8AD-76A276C004F3}" presName="rootComposite" presStyleCnt="0"/>
      <dgm:spPr/>
    </dgm:pt>
    <dgm:pt modelId="{7655DDCD-8136-493D-9B6B-698952DFAA27}" type="pres">
      <dgm:prSet presAssocID="{D656EE07-A149-459D-A8AD-76A276C004F3}" presName="rootText" presStyleLbl="node4" presStyleIdx="2" presStyleCnt="3">
        <dgm:presLayoutVars>
          <dgm:chPref val="3"/>
        </dgm:presLayoutVars>
      </dgm:prSet>
      <dgm:spPr/>
    </dgm:pt>
    <dgm:pt modelId="{A361ECAF-893E-465B-B898-36342B12AF59}" type="pres">
      <dgm:prSet presAssocID="{D656EE07-A149-459D-A8AD-76A276C004F3}" presName="rootConnector" presStyleLbl="node4" presStyleIdx="2" presStyleCnt="3"/>
      <dgm:spPr/>
    </dgm:pt>
    <dgm:pt modelId="{1619BEA0-40FF-4D13-B6AA-7687B9C04052}" type="pres">
      <dgm:prSet presAssocID="{D656EE07-A149-459D-A8AD-76A276C004F3}" presName="hierChild4" presStyleCnt="0"/>
      <dgm:spPr/>
    </dgm:pt>
    <dgm:pt modelId="{019DC34C-9B5C-46BC-86FC-A52A13752734}" type="pres">
      <dgm:prSet presAssocID="{D656EE07-A149-459D-A8AD-76A276C004F3}" presName="hierChild5" presStyleCnt="0"/>
      <dgm:spPr/>
    </dgm:pt>
    <dgm:pt modelId="{68E480ED-3EB7-4BB7-87BF-AA97CFBCF3C1}" type="pres">
      <dgm:prSet presAssocID="{9CAD7B60-C9C6-4F26-9766-56CAB6860D5F}" presName="hierChild5" presStyleCnt="0"/>
      <dgm:spPr/>
    </dgm:pt>
    <dgm:pt modelId="{91D6C7C1-2CB2-4228-AC69-8415E98B96A3}" type="pres">
      <dgm:prSet presAssocID="{A8A6742A-3A09-488A-AF23-2F94BDF62D04}" presName="Name37" presStyleLbl="parChTrans1D3" presStyleIdx="1" presStyleCnt="3"/>
      <dgm:spPr/>
    </dgm:pt>
    <dgm:pt modelId="{0EB04E3C-FE44-43FD-AEA9-9F7E7B2FE251}" type="pres">
      <dgm:prSet presAssocID="{F9D61E65-C705-4417-82C5-3697CDE9786F}" presName="hierRoot2" presStyleCnt="0">
        <dgm:presLayoutVars>
          <dgm:hierBranch val="init"/>
        </dgm:presLayoutVars>
      </dgm:prSet>
      <dgm:spPr/>
    </dgm:pt>
    <dgm:pt modelId="{2DACFF64-22AB-482E-A302-0FB3A047270C}" type="pres">
      <dgm:prSet presAssocID="{F9D61E65-C705-4417-82C5-3697CDE9786F}" presName="rootComposite" presStyleCnt="0"/>
      <dgm:spPr/>
    </dgm:pt>
    <dgm:pt modelId="{85798492-AAFB-439D-8B5F-574F709F85B8}" type="pres">
      <dgm:prSet presAssocID="{F9D61E65-C705-4417-82C5-3697CDE9786F}" presName="rootText" presStyleLbl="node3" presStyleIdx="1" presStyleCnt="3">
        <dgm:presLayoutVars>
          <dgm:chPref val="3"/>
        </dgm:presLayoutVars>
      </dgm:prSet>
      <dgm:spPr/>
    </dgm:pt>
    <dgm:pt modelId="{C5D43420-5E47-4B9E-BCAE-D376548CA042}" type="pres">
      <dgm:prSet presAssocID="{F9D61E65-C705-4417-82C5-3697CDE9786F}" presName="rootConnector" presStyleLbl="node3" presStyleIdx="1" presStyleCnt="3"/>
      <dgm:spPr/>
    </dgm:pt>
    <dgm:pt modelId="{040BA63D-3E3D-4376-A0B5-518ED60F5CAA}" type="pres">
      <dgm:prSet presAssocID="{F9D61E65-C705-4417-82C5-3697CDE9786F}" presName="hierChild4" presStyleCnt="0"/>
      <dgm:spPr/>
    </dgm:pt>
    <dgm:pt modelId="{B45D77D5-2B13-4882-9522-95141F731F16}" type="pres">
      <dgm:prSet presAssocID="{F9D61E65-C705-4417-82C5-3697CDE9786F}" presName="hierChild5" presStyleCnt="0"/>
      <dgm:spPr/>
    </dgm:pt>
    <dgm:pt modelId="{3656D01F-6B51-41CD-AC78-2B950ED5DA3B}" type="pres">
      <dgm:prSet presAssocID="{B87C94F0-0143-4B8F-AB3C-8420076F7807}" presName="Name37" presStyleLbl="parChTrans1D3" presStyleIdx="2" presStyleCnt="3"/>
      <dgm:spPr/>
    </dgm:pt>
    <dgm:pt modelId="{459359A1-EB3E-4F6D-9EF8-77D26ED57352}" type="pres">
      <dgm:prSet presAssocID="{57594793-BE03-475A-B08D-A189DF78B15B}" presName="hierRoot2" presStyleCnt="0">
        <dgm:presLayoutVars>
          <dgm:hierBranch val="init"/>
        </dgm:presLayoutVars>
      </dgm:prSet>
      <dgm:spPr/>
    </dgm:pt>
    <dgm:pt modelId="{7ED317CC-CC4D-4E41-A219-97545C7B4C88}" type="pres">
      <dgm:prSet presAssocID="{57594793-BE03-475A-B08D-A189DF78B15B}" presName="rootComposite" presStyleCnt="0"/>
      <dgm:spPr/>
    </dgm:pt>
    <dgm:pt modelId="{B46E043C-8B2F-4404-90AF-DD290E256957}" type="pres">
      <dgm:prSet presAssocID="{57594793-BE03-475A-B08D-A189DF78B15B}" presName="rootText" presStyleLbl="node3" presStyleIdx="2" presStyleCnt="3">
        <dgm:presLayoutVars>
          <dgm:chPref val="3"/>
        </dgm:presLayoutVars>
      </dgm:prSet>
      <dgm:spPr/>
    </dgm:pt>
    <dgm:pt modelId="{BF2453D1-2283-4EBF-AE8A-70C00EB02152}" type="pres">
      <dgm:prSet presAssocID="{57594793-BE03-475A-B08D-A189DF78B15B}" presName="rootConnector" presStyleLbl="node3" presStyleIdx="2" presStyleCnt="3"/>
      <dgm:spPr/>
    </dgm:pt>
    <dgm:pt modelId="{C5DEC6C7-4B0E-4932-A473-47A952E19159}" type="pres">
      <dgm:prSet presAssocID="{57594793-BE03-475A-B08D-A189DF78B15B}" presName="hierChild4" presStyleCnt="0"/>
      <dgm:spPr/>
    </dgm:pt>
    <dgm:pt modelId="{E3248312-34C7-48AD-9142-E8CEEC71DE8F}" type="pres">
      <dgm:prSet presAssocID="{57594793-BE03-475A-B08D-A189DF78B15B}" presName="hierChild5" presStyleCnt="0"/>
      <dgm:spPr/>
    </dgm:pt>
    <dgm:pt modelId="{F56D378F-03EE-4262-9545-64BBD57648CA}" type="pres">
      <dgm:prSet presAssocID="{18678C63-8885-4B84-B193-9E9801FABAA0}" presName="hierChild5" presStyleCnt="0"/>
      <dgm:spPr/>
    </dgm:pt>
    <dgm:pt modelId="{A9370F42-C176-4F20-9786-DD9588C5CBDE}" type="pres">
      <dgm:prSet presAssocID="{E6EE5E9B-E2E0-4686-BFD1-11092BA8AC88}" presName="Name37" presStyleLbl="parChTrans1D2" presStyleIdx="1" presStyleCnt="4"/>
      <dgm:spPr/>
    </dgm:pt>
    <dgm:pt modelId="{EDCB1A01-17EB-4466-9928-0E3E95EC903A}" type="pres">
      <dgm:prSet presAssocID="{31652CF7-1268-45D7-8C8E-A45E5D18455F}" presName="hierRoot2" presStyleCnt="0">
        <dgm:presLayoutVars>
          <dgm:hierBranch val="init"/>
        </dgm:presLayoutVars>
      </dgm:prSet>
      <dgm:spPr/>
    </dgm:pt>
    <dgm:pt modelId="{95865290-A564-466E-BA3C-968728D8E3B1}" type="pres">
      <dgm:prSet presAssocID="{31652CF7-1268-45D7-8C8E-A45E5D18455F}" presName="rootComposite" presStyleCnt="0"/>
      <dgm:spPr/>
    </dgm:pt>
    <dgm:pt modelId="{95D52472-C1C2-44C9-B0BD-520B35A84AFB}" type="pres">
      <dgm:prSet presAssocID="{31652CF7-1268-45D7-8C8E-A45E5D18455F}" presName="rootText" presStyleLbl="node2" presStyleIdx="1" presStyleCnt="4">
        <dgm:presLayoutVars>
          <dgm:chPref val="3"/>
        </dgm:presLayoutVars>
      </dgm:prSet>
      <dgm:spPr/>
    </dgm:pt>
    <dgm:pt modelId="{CA2472D2-1117-4E82-B76F-D55D09E3B31C}" type="pres">
      <dgm:prSet presAssocID="{31652CF7-1268-45D7-8C8E-A45E5D18455F}" presName="rootConnector" presStyleLbl="node2" presStyleIdx="1" presStyleCnt="4"/>
      <dgm:spPr/>
    </dgm:pt>
    <dgm:pt modelId="{D50F645E-8DA9-4CE4-88A4-5A91418CB60E}" type="pres">
      <dgm:prSet presAssocID="{31652CF7-1268-45D7-8C8E-A45E5D18455F}" presName="hierChild4" presStyleCnt="0"/>
      <dgm:spPr/>
    </dgm:pt>
    <dgm:pt modelId="{C85DD234-8DB2-45AF-8EBD-144DC183DF5E}" type="pres">
      <dgm:prSet presAssocID="{31652CF7-1268-45D7-8C8E-A45E5D18455F}" presName="hierChild5" presStyleCnt="0"/>
      <dgm:spPr/>
    </dgm:pt>
    <dgm:pt modelId="{33BECB82-F05A-4415-A0E7-63B922DFE175}" type="pres">
      <dgm:prSet presAssocID="{CF1F81E3-3EFB-4BA7-B2B8-96C8411FAA04}" presName="Name37" presStyleLbl="parChTrans1D2" presStyleIdx="2" presStyleCnt="4"/>
      <dgm:spPr/>
    </dgm:pt>
    <dgm:pt modelId="{3F02A683-9945-439F-91F1-884DFBC09414}" type="pres">
      <dgm:prSet presAssocID="{46929ABC-211D-4475-8931-860D298AB6EF}" presName="hierRoot2" presStyleCnt="0">
        <dgm:presLayoutVars>
          <dgm:hierBranch val="init"/>
        </dgm:presLayoutVars>
      </dgm:prSet>
      <dgm:spPr/>
    </dgm:pt>
    <dgm:pt modelId="{44DDE714-E4FC-4959-8F93-0430A9A23CB2}" type="pres">
      <dgm:prSet presAssocID="{46929ABC-211D-4475-8931-860D298AB6EF}" presName="rootComposite" presStyleCnt="0"/>
      <dgm:spPr/>
    </dgm:pt>
    <dgm:pt modelId="{7DF8F16C-7AEC-4C11-A80A-CFC1D89AD271}" type="pres">
      <dgm:prSet presAssocID="{46929ABC-211D-4475-8931-860D298AB6EF}" presName="rootText" presStyleLbl="node2" presStyleIdx="2" presStyleCnt="4">
        <dgm:presLayoutVars>
          <dgm:chPref val="3"/>
        </dgm:presLayoutVars>
      </dgm:prSet>
      <dgm:spPr/>
    </dgm:pt>
    <dgm:pt modelId="{0E27A857-5DFE-402A-A55C-E3ADC853A1E8}" type="pres">
      <dgm:prSet presAssocID="{46929ABC-211D-4475-8931-860D298AB6EF}" presName="rootConnector" presStyleLbl="node2" presStyleIdx="2" presStyleCnt="4"/>
      <dgm:spPr/>
    </dgm:pt>
    <dgm:pt modelId="{0D79F2ED-943F-4D7E-A20D-5C688152BEB0}" type="pres">
      <dgm:prSet presAssocID="{46929ABC-211D-4475-8931-860D298AB6EF}" presName="hierChild4" presStyleCnt="0"/>
      <dgm:spPr/>
    </dgm:pt>
    <dgm:pt modelId="{A47CAA32-00C9-4403-B756-1DBDC53B922F}" type="pres">
      <dgm:prSet presAssocID="{46929ABC-211D-4475-8931-860D298AB6EF}" presName="hierChild5" presStyleCnt="0"/>
      <dgm:spPr/>
    </dgm:pt>
    <dgm:pt modelId="{47BC1358-9AB4-4327-AE20-C6D6AD449977}" type="pres">
      <dgm:prSet presAssocID="{1A635A20-B2C1-47B5-980D-7E0AE899C32F}" presName="Name37" presStyleLbl="parChTrans1D2" presStyleIdx="3" presStyleCnt="4"/>
      <dgm:spPr/>
    </dgm:pt>
    <dgm:pt modelId="{9594C586-7D51-490D-B4A7-24B82418EA6C}" type="pres">
      <dgm:prSet presAssocID="{DAF98D56-4A8F-47CA-A91F-B4D8C1751443}" presName="hierRoot2" presStyleCnt="0">
        <dgm:presLayoutVars>
          <dgm:hierBranch val="init"/>
        </dgm:presLayoutVars>
      </dgm:prSet>
      <dgm:spPr/>
    </dgm:pt>
    <dgm:pt modelId="{8E7FB40A-9FF8-4DA4-9E92-689452981768}" type="pres">
      <dgm:prSet presAssocID="{DAF98D56-4A8F-47CA-A91F-B4D8C1751443}" presName="rootComposite" presStyleCnt="0"/>
      <dgm:spPr/>
    </dgm:pt>
    <dgm:pt modelId="{E9615EF8-A88E-43F6-8EFA-7028C139887E}" type="pres">
      <dgm:prSet presAssocID="{DAF98D56-4A8F-47CA-A91F-B4D8C1751443}" presName="rootText" presStyleLbl="node2" presStyleIdx="3" presStyleCnt="4">
        <dgm:presLayoutVars>
          <dgm:chPref val="3"/>
        </dgm:presLayoutVars>
      </dgm:prSet>
      <dgm:spPr/>
    </dgm:pt>
    <dgm:pt modelId="{F6C87120-52B1-479E-BB03-666CC8395037}" type="pres">
      <dgm:prSet presAssocID="{DAF98D56-4A8F-47CA-A91F-B4D8C1751443}" presName="rootConnector" presStyleLbl="node2" presStyleIdx="3" presStyleCnt="4"/>
      <dgm:spPr/>
    </dgm:pt>
    <dgm:pt modelId="{1F6B7E0D-97FC-4738-9F4F-A29890F2E00C}" type="pres">
      <dgm:prSet presAssocID="{DAF98D56-4A8F-47CA-A91F-B4D8C1751443}" presName="hierChild4" presStyleCnt="0"/>
      <dgm:spPr/>
    </dgm:pt>
    <dgm:pt modelId="{F837440A-3C25-49E1-AC90-CCF02A41235C}" type="pres">
      <dgm:prSet presAssocID="{DAF98D56-4A8F-47CA-A91F-B4D8C1751443}" presName="hierChild5" presStyleCnt="0"/>
      <dgm:spPr/>
    </dgm:pt>
    <dgm:pt modelId="{2EEC0F08-3DC8-48AA-BFEB-0A21CE09BF51}" type="pres">
      <dgm:prSet presAssocID="{6BF46C97-C725-47D6-94D7-EA86B5F80A1D}" presName="hierChild3" presStyleCnt="0"/>
      <dgm:spPr/>
    </dgm:pt>
  </dgm:ptLst>
  <dgm:cxnLst>
    <dgm:cxn modelId="{82ADEF01-5345-40F5-9739-E4DD3B108592}" type="presOf" srcId="{A8A6742A-3A09-488A-AF23-2F94BDF62D04}" destId="{91D6C7C1-2CB2-4228-AC69-8415E98B96A3}" srcOrd="0" destOrd="0" presId="urn:microsoft.com/office/officeart/2005/8/layout/orgChart1"/>
    <dgm:cxn modelId="{D181C902-D9F8-4F91-AB01-C4D66D634F06}" type="presOf" srcId="{8D834EA7-15D0-412E-8F3C-AB3C7ACA3FC3}" destId="{1001D33D-0812-44E4-8710-609CB12A1E4E}" srcOrd="1" destOrd="0" presId="urn:microsoft.com/office/officeart/2005/8/layout/orgChart1"/>
    <dgm:cxn modelId="{0FC46F03-CB90-4F3E-BAFC-C57DD95A46FB}" type="presOf" srcId="{46929ABC-211D-4475-8931-860D298AB6EF}" destId="{0E27A857-5DFE-402A-A55C-E3ADC853A1E8}" srcOrd="1" destOrd="0" presId="urn:microsoft.com/office/officeart/2005/8/layout/orgChart1"/>
    <dgm:cxn modelId="{67480D05-AFD8-4445-B696-4C1597706753}" type="presOf" srcId="{6BF46C97-C725-47D6-94D7-EA86B5F80A1D}" destId="{BB9EB1BF-CAB6-49CA-98E6-0BD356ED51A2}" srcOrd="0" destOrd="0" presId="urn:microsoft.com/office/officeart/2005/8/layout/orgChart1"/>
    <dgm:cxn modelId="{CC1B9B0A-7810-4704-AD56-1ACCB1DE519A}" srcId="{5E4D38FE-E23E-4B6A-BF94-F173787A2135}" destId="{6BF46C97-C725-47D6-94D7-EA86B5F80A1D}" srcOrd="0" destOrd="0" parTransId="{F3DB653A-C5F3-4D59-AAEF-EF3E03D19DED}" sibTransId="{DA0E9F3E-8C1E-47C8-88D3-2006DB30292C}"/>
    <dgm:cxn modelId="{AF213B11-B6DB-4919-9AA9-A1FA03286421}" type="presOf" srcId="{18678C63-8885-4B84-B193-9E9801FABAA0}" destId="{07CBE1C9-3F2E-4F26-994D-B8DE2654CD2B}" srcOrd="1" destOrd="0" presId="urn:microsoft.com/office/officeart/2005/8/layout/orgChart1"/>
    <dgm:cxn modelId="{17446817-8CE2-4752-B696-63969E9685E0}" type="presOf" srcId="{57594793-BE03-475A-B08D-A189DF78B15B}" destId="{B46E043C-8B2F-4404-90AF-DD290E256957}" srcOrd="0" destOrd="0" presId="urn:microsoft.com/office/officeart/2005/8/layout/orgChart1"/>
    <dgm:cxn modelId="{8DBEB117-2240-4BB1-AB50-FF5A599F5957}" type="presOf" srcId="{D656EE07-A149-459D-A8AD-76A276C004F3}" destId="{A361ECAF-893E-465B-B898-36342B12AF59}" srcOrd="1" destOrd="0" presId="urn:microsoft.com/office/officeart/2005/8/layout/orgChart1"/>
    <dgm:cxn modelId="{CB051618-9142-478A-A59E-54E01321D4DB}" srcId="{6BF46C97-C725-47D6-94D7-EA86B5F80A1D}" destId="{DAF98D56-4A8F-47CA-A91F-B4D8C1751443}" srcOrd="3" destOrd="0" parTransId="{1A635A20-B2C1-47B5-980D-7E0AE899C32F}" sibTransId="{D4F84E48-F3C7-4E82-A795-A4570EC0A102}"/>
    <dgm:cxn modelId="{9E37C019-9B19-4C7A-8D23-EA42C8594E5C}" type="presOf" srcId="{DAF98D56-4A8F-47CA-A91F-B4D8C1751443}" destId="{F6C87120-52B1-479E-BB03-666CC8395037}" srcOrd="1" destOrd="0" presId="urn:microsoft.com/office/officeart/2005/8/layout/orgChart1"/>
    <dgm:cxn modelId="{4254BC2C-3B15-4779-8CF3-304192F4020B}" type="presOf" srcId="{DAF98D56-4A8F-47CA-A91F-B4D8C1751443}" destId="{E9615EF8-A88E-43F6-8EFA-7028C139887E}" srcOrd="0" destOrd="0" presId="urn:microsoft.com/office/officeart/2005/8/layout/orgChart1"/>
    <dgm:cxn modelId="{6FC98D39-08D8-4077-A434-C479CD5324B8}" srcId="{6BF46C97-C725-47D6-94D7-EA86B5F80A1D}" destId="{46929ABC-211D-4475-8931-860D298AB6EF}" srcOrd="2" destOrd="0" parTransId="{CF1F81E3-3EFB-4BA7-B2B8-96C8411FAA04}" sibTransId="{565309FA-018D-4F7E-BB15-BF496E97C86C}"/>
    <dgm:cxn modelId="{725EB35C-6142-4526-96BC-5C158A64B9EC}" type="presOf" srcId="{6BF46C97-C725-47D6-94D7-EA86B5F80A1D}" destId="{3992E425-F293-4C3E-8C4C-36C174C1F1B1}" srcOrd="1" destOrd="0" presId="urn:microsoft.com/office/officeart/2005/8/layout/orgChart1"/>
    <dgm:cxn modelId="{5091EB5D-E12C-4AD1-B4FF-AF8886CE0939}" type="presOf" srcId="{D656EE07-A149-459D-A8AD-76A276C004F3}" destId="{7655DDCD-8136-493D-9B6B-698952DFAA27}" srcOrd="0" destOrd="0" presId="urn:microsoft.com/office/officeart/2005/8/layout/orgChart1"/>
    <dgm:cxn modelId="{1860CE69-5306-43C9-A615-AB91536C2599}" type="presOf" srcId="{9CAD7B60-C9C6-4F26-9766-56CAB6860D5F}" destId="{3F84CE2F-1E6B-4DCF-A539-1CDC3CBC4522}" srcOrd="0" destOrd="0" presId="urn:microsoft.com/office/officeart/2005/8/layout/orgChart1"/>
    <dgm:cxn modelId="{39F1536B-6823-494A-A55D-CE4413019A68}" srcId="{18678C63-8885-4B84-B193-9E9801FABAA0}" destId="{9CAD7B60-C9C6-4F26-9766-56CAB6860D5F}" srcOrd="0" destOrd="0" parTransId="{1260190F-BB72-4886-8DEE-10A4873B38F6}" sibTransId="{27B292D5-3830-4A0C-9B79-469A14B16B6E}"/>
    <dgm:cxn modelId="{F78FBA6B-A0AD-4777-AB5A-A3D6D0FFFDB1}" srcId="{6BF46C97-C725-47D6-94D7-EA86B5F80A1D}" destId="{31652CF7-1268-45D7-8C8E-A45E5D18455F}" srcOrd="1" destOrd="0" parTransId="{E6EE5E9B-E2E0-4686-BFD1-11092BA8AC88}" sibTransId="{FB51E392-D21F-4A4C-A7D1-54DE0DA0B5E3}"/>
    <dgm:cxn modelId="{0C31644E-0306-48FD-885C-28E55A9D6D41}" type="presOf" srcId="{A0F8C72C-C85B-4AD2-8567-1AE290999392}" destId="{A942891E-EF2E-466B-8B26-F04B49736E15}" srcOrd="1" destOrd="0" presId="urn:microsoft.com/office/officeart/2005/8/layout/orgChart1"/>
    <dgm:cxn modelId="{BAC54854-C131-4FE2-BA69-1C9419E06BD8}" type="presOf" srcId="{46929ABC-211D-4475-8931-860D298AB6EF}" destId="{7DF8F16C-7AEC-4C11-A80A-CFC1D89AD271}" srcOrd="0" destOrd="0" presId="urn:microsoft.com/office/officeart/2005/8/layout/orgChart1"/>
    <dgm:cxn modelId="{4AEA2258-85EE-4B35-8D85-F10FD7290217}" type="presOf" srcId="{B87C94F0-0143-4B8F-AB3C-8420076F7807}" destId="{3656D01F-6B51-41CD-AC78-2B950ED5DA3B}" srcOrd="0" destOrd="0" presId="urn:microsoft.com/office/officeart/2005/8/layout/orgChart1"/>
    <dgm:cxn modelId="{6B82BB7B-FA10-4751-9C81-1030B2DF20FB}" type="presOf" srcId="{57594793-BE03-475A-B08D-A189DF78B15B}" destId="{BF2453D1-2283-4EBF-AE8A-70C00EB02152}" srcOrd="1" destOrd="0" presId="urn:microsoft.com/office/officeart/2005/8/layout/orgChart1"/>
    <dgm:cxn modelId="{D8B5A27F-3B16-4D39-BBE8-B454F3178062}" srcId="{6BF46C97-C725-47D6-94D7-EA86B5F80A1D}" destId="{18678C63-8885-4B84-B193-9E9801FABAA0}" srcOrd="0" destOrd="0" parTransId="{5B67D294-2C29-4CBC-B74A-709C9AF68E25}" sibTransId="{842D1F74-0C69-4D1E-9B06-27BAF0458207}"/>
    <dgm:cxn modelId="{4A90EB82-ED28-4808-BE3E-2B811A85F084}" type="presOf" srcId="{F9D61E65-C705-4417-82C5-3697CDE9786F}" destId="{85798492-AAFB-439D-8B5F-574F709F85B8}" srcOrd="0" destOrd="0" presId="urn:microsoft.com/office/officeart/2005/8/layout/orgChart1"/>
    <dgm:cxn modelId="{8003A585-404D-4561-8DF3-9EFD979DAAFD}" srcId="{18678C63-8885-4B84-B193-9E9801FABAA0}" destId="{57594793-BE03-475A-B08D-A189DF78B15B}" srcOrd="2" destOrd="0" parTransId="{B87C94F0-0143-4B8F-AB3C-8420076F7807}" sibTransId="{61338189-BE4C-4C54-A30D-91AD0A6CCF50}"/>
    <dgm:cxn modelId="{72CC1486-AB81-4F20-A23B-E0E85E908E49}" type="presOf" srcId="{E6EE5E9B-E2E0-4686-BFD1-11092BA8AC88}" destId="{A9370F42-C176-4F20-9786-DD9588C5CBDE}" srcOrd="0" destOrd="0" presId="urn:microsoft.com/office/officeart/2005/8/layout/orgChart1"/>
    <dgm:cxn modelId="{E0A73F89-B1E1-4552-AB77-60DB3C7B92DE}" type="presOf" srcId="{31652CF7-1268-45D7-8C8E-A45E5D18455F}" destId="{CA2472D2-1117-4E82-B76F-D55D09E3B31C}" srcOrd="1" destOrd="0" presId="urn:microsoft.com/office/officeart/2005/8/layout/orgChart1"/>
    <dgm:cxn modelId="{CBE94889-6116-4ECF-8615-5EE70FEBEA14}" type="presOf" srcId="{31652CF7-1268-45D7-8C8E-A45E5D18455F}" destId="{95D52472-C1C2-44C9-B0BD-520B35A84AFB}" srcOrd="0" destOrd="0" presId="urn:microsoft.com/office/officeart/2005/8/layout/orgChart1"/>
    <dgm:cxn modelId="{09267F89-3A19-41BC-BB19-417DB3CC77AA}" type="presOf" srcId="{E6FC9F0A-3DC4-41B3-A3AC-BB8B4697FFEE}" destId="{96CC4E14-FA59-497E-A873-2D2F6A6C906E}" srcOrd="0" destOrd="0" presId="urn:microsoft.com/office/officeart/2005/8/layout/orgChart1"/>
    <dgm:cxn modelId="{99101C98-D5CE-4E9A-8431-81D5FC18F755}" type="presOf" srcId="{5E4D38FE-E23E-4B6A-BF94-F173787A2135}" destId="{C7E47C78-CE74-4487-9143-631C3D584919}" srcOrd="0" destOrd="0" presId="urn:microsoft.com/office/officeart/2005/8/layout/orgChart1"/>
    <dgm:cxn modelId="{BDE2FA98-CA23-41DE-BD1D-277523048FAB}" srcId="{9CAD7B60-C9C6-4F26-9766-56CAB6860D5F}" destId="{8D834EA7-15D0-412E-8F3C-AB3C7ACA3FC3}" srcOrd="1" destOrd="0" parTransId="{7369FC0C-ADA1-429E-83B8-F88FB64A7CF2}" sibTransId="{8760A303-43B0-42C5-B41B-5879212A2B97}"/>
    <dgm:cxn modelId="{5805729B-F97F-40D5-AF08-6CF54C93C602}" type="presOf" srcId="{CF1F81E3-3EFB-4BA7-B2B8-96C8411FAA04}" destId="{33BECB82-F05A-4415-A0E7-63B922DFE175}" srcOrd="0" destOrd="0" presId="urn:microsoft.com/office/officeart/2005/8/layout/orgChart1"/>
    <dgm:cxn modelId="{72F480BA-D0BF-47A8-B780-413034D37ACA}" srcId="{9CAD7B60-C9C6-4F26-9766-56CAB6860D5F}" destId="{A0F8C72C-C85B-4AD2-8567-1AE290999392}" srcOrd="0" destOrd="0" parTransId="{F95EFCA9-EAD5-4F18-995A-C2CF36D3713C}" sibTransId="{B534050C-DF26-4DE6-AED0-ADFC3C3A1FF8}"/>
    <dgm:cxn modelId="{19FC6CBC-ED1B-4FBD-81F9-3E07E67955C0}" type="presOf" srcId="{8D834EA7-15D0-412E-8F3C-AB3C7ACA3FC3}" destId="{AB4057ED-D52B-4B63-9C98-DA7D563E4EE4}" srcOrd="0" destOrd="0" presId="urn:microsoft.com/office/officeart/2005/8/layout/orgChart1"/>
    <dgm:cxn modelId="{D539D3BC-C816-4C8A-8A2F-6DBCE2550C0A}" type="presOf" srcId="{1A635A20-B2C1-47B5-980D-7E0AE899C32F}" destId="{47BC1358-9AB4-4327-AE20-C6D6AD449977}" srcOrd="0" destOrd="0" presId="urn:microsoft.com/office/officeart/2005/8/layout/orgChart1"/>
    <dgm:cxn modelId="{7E2CACBF-F861-4C46-BEBA-DF2B128D6A9A}" type="presOf" srcId="{5B67D294-2C29-4CBC-B74A-709C9AF68E25}" destId="{C3C51111-8510-4343-9CF4-82B25F4A24B1}" srcOrd="0" destOrd="0" presId="urn:microsoft.com/office/officeart/2005/8/layout/orgChart1"/>
    <dgm:cxn modelId="{306FDEC0-640A-4854-9568-85AB205B85A8}" type="presOf" srcId="{9CAD7B60-C9C6-4F26-9766-56CAB6860D5F}" destId="{6E20D2A3-AF38-4AB8-AA70-2A3138D3C9FD}" srcOrd="1" destOrd="0" presId="urn:microsoft.com/office/officeart/2005/8/layout/orgChart1"/>
    <dgm:cxn modelId="{6FE863C2-FFEE-455A-B64F-7A795EC33733}" type="presOf" srcId="{F9D61E65-C705-4417-82C5-3697CDE9786F}" destId="{C5D43420-5E47-4B9E-BCAE-D376548CA042}" srcOrd="1" destOrd="0" presId="urn:microsoft.com/office/officeart/2005/8/layout/orgChart1"/>
    <dgm:cxn modelId="{809F74C3-B606-42AB-B761-5F862C6979EE}" srcId="{18678C63-8885-4B84-B193-9E9801FABAA0}" destId="{F9D61E65-C705-4417-82C5-3697CDE9786F}" srcOrd="1" destOrd="0" parTransId="{A8A6742A-3A09-488A-AF23-2F94BDF62D04}" sibTransId="{0387E8BA-FF9A-42DB-A072-AE3102724FBA}"/>
    <dgm:cxn modelId="{5A4C53D3-CF0D-4D92-A4E7-66075D215374}" type="presOf" srcId="{1260190F-BB72-4886-8DEE-10A4873B38F6}" destId="{7772E5E3-3B39-47F3-AF5F-D02DCBDA5636}" srcOrd="0" destOrd="0" presId="urn:microsoft.com/office/officeart/2005/8/layout/orgChart1"/>
    <dgm:cxn modelId="{13BEF7D6-7F97-440A-89D8-6285E7A1EB32}" srcId="{9CAD7B60-C9C6-4F26-9766-56CAB6860D5F}" destId="{D656EE07-A149-459D-A8AD-76A276C004F3}" srcOrd="2" destOrd="0" parTransId="{E6FC9F0A-3DC4-41B3-A3AC-BB8B4697FFEE}" sibTransId="{EEF00EC1-542A-4F77-A16B-54FB84230651}"/>
    <dgm:cxn modelId="{D9AFE0DC-E4EF-402B-8C73-225927E9C9D0}" type="presOf" srcId="{7369FC0C-ADA1-429E-83B8-F88FB64A7CF2}" destId="{D5BFD7A1-77FB-4607-8D85-FFB3317E6992}" srcOrd="0" destOrd="0" presId="urn:microsoft.com/office/officeart/2005/8/layout/orgChart1"/>
    <dgm:cxn modelId="{CEF51DDD-D05B-4072-88D9-15C2924E4861}" type="presOf" srcId="{F95EFCA9-EAD5-4F18-995A-C2CF36D3713C}" destId="{0E897336-2427-40FC-A159-1EA5E88F757D}" srcOrd="0" destOrd="0" presId="urn:microsoft.com/office/officeart/2005/8/layout/orgChart1"/>
    <dgm:cxn modelId="{6539CCEA-081F-4678-951E-4B1227B5BABF}" type="presOf" srcId="{18678C63-8885-4B84-B193-9E9801FABAA0}" destId="{85EA4323-519F-4B64-974B-77B9185C58AC}" srcOrd="0" destOrd="0" presId="urn:microsoft.com/office/officeart/2005/8/layout/orgChart1"/>
    <dgm:cxn modelId="{435595F5-5421-4FF8-AADD-B1410C9ED9BB}" type="presOf" srcId="{A0F8C72C-C85B-4AD2-8567-1AE290999392}" destId="{CF7AC0B9-3C06-491A-8462-77B1965CD6C7}" srcOrd="0" destOrd="0" presId="urn:microsoft.com/office/officeart/2005/8/layout/orgChart1"/>
    <dgm:cxn modelId="{9328398B-FA03-433C-BB59-CF9A3616F81E}" type="presParOf" srcId="{C7E47C78-CE74-4487-9143-631C3D584919}" destId="{CF5C6D7C-8026-4A5D-9469-1C78261BD2C5}" srcOrd="0" destOrd="0" presId="urn:microsoft.com/office/officeart/2005/8/layout/orgChart1"/>
    <dgm:cxn modelId="{9B889A0E-5D54-4594-A8BF-547440A699B5}" type="presParOf" srcId="{CF5C6D7C-8026-4A5D-9469-1C78261BD2C5}" destId="{FF6A1CB4-A531-4074-BE21-9275D0D95574}" srcOrd="0" destOrd="0" presId="urn:microsoft.com/office/officeart/2005/8/layout/orgChart1"/>
    <dgm:cxn modelId="{49A6C7A1-873B-4303-8CB7-10C8B257BEB2}" type="presParOf" srcId="{FF6A1CB4-A531-4074-BE21-9275D0D95574}" destId="{BB9EB1BF-CAB6-49CA-98E6-0BD356ED51A2}" srcOrd="0" destOrd="0" presId="urn:microsoft.com/office/officeart/2005/8/layout/orgChart1"/>
    <dgm:cxn modelId="{1CFABE52-2DE2-479E-BBB6-1714561F43D4}" type="presParOf" srcId="{FF6A1CB4-A531-4074-BE21-9275D0D95574}" destId="{3992E425-F293-4C3E-8C4C-36C174C1F1B1}" srcOrd="1" destOrd="0" presId="urn:microsoft.com/office/officeart/2005/8/layout/orgChart1"/>
    <dgm:cxn modelId="{4EE75FF5-66BF-4067-9D50-40DC5B893FAF}" type="presParOf" srcId="{CF5C6D7C-8026-4A5D-9469-1C78261BD2C5}" destId="{B00F26EA-B68B-4FEF-94CF-BED4636BA122}" srcOrd="1" destOrd="0" presId="urn:microsoft.com/office/officeart/2005/8/layout/orgChart1"/>
    <dgm:cxn modelId="{B8D6A4EB-36E9-4E56-AC81-00A7BFE44410}" type="presParOf" srcId="{B00F26EA-B68B-4FEF-94CF-BED4636BA122}" destId="{C3C51111-8510-4343-9CF4-82B25F4A24B1}" srcOrd="0" destOrd="0" presId="urn:microsoft.com/office/officeart/2005/8/layout/orgChart1"/>
    <dgm:cxn modelId="{1404A591-0BCA-4CE8-BC15-4B2F3CD50055}" type="presParOf" srcId="{B00F26EA-B68B-4FEF-94CF-BED4636BA122}" destId="{C6BA4417-349D-43D0-B828-EA254A936C49}" srcOrd="1" destOrd="0" presId="urn:microsoft.com/office/officeart/2005/8/layout/orgChart1"/>
    <dgm:cxn modelId="{EC7AD668-D78D-4CF1-9A4E-824217192BB6}" type="presParOf" srcId="{C6BA4417-349D-43D0-B828-EA254A936C49}" destId="{DAB34013-E934-4A6E-B632-BF41EECAE446}" srcOrd="0" destOrd="0" presId="urn:microsoft.com/office/officeart/2005/8/layout/orgChart1"/>
    <dgm:cxn modelId="{36DEE372-5298-4D6B-BFBF-0DD158BD2FB7}" type="presParOf" srcId="{DAB34013-E934-4A6E-B632-BF41EECAE446}" destId="{85EA4323-519F-4B64-974B-77B9185C58AC}" srcOrd="0" destOrd="0" presId="urn:microsoft.com/office/officeart/2005/8/layout/orgChart1"/>
    <dgm:cxn modelId="{04F3A5AB-9BA7-43E8-BC6C-8CF292D388BD}" type="presParOf" srcId="{DAB34013-E934-4A6E-B632-BF41EECAE446}" destId="{07CBE1C9-3F2E-4F26-994D-B8DE2654CD2B}" srcOrd="1" destOrd="0" presId="urn:microsoft.com/office/officeart/2005/8/layout/orgChart1"/>
    <dgm:cxn modelId="{27298484-168B-47F6-B11E-5F68BB3097A9}" type="presParOf" srcId="{C6BA4417-349D-43D0-B828-EA254A936C49}" destId="{541D3423-B8BC-4FB1-AB3E-8B89405C8F96}" srcOrd="1" destOrd="0" presId="urn:microsoft.com/office/officeart/2005/8/layout/orgChart1"/>
    <dgm:cxn modelId="{EB09643C-C10B-4815-A72C-31B9400E7EA0}" type="presParOf" srcId="{541D3423-B8BC-4FB1-AB3E-8B89405C8F96}" destId="{7772E5E3-3B39-47F3-AF5F-D02DCBDA5636}" srcOrd="0" destOrd="0" presId="urn:microsoft.com/office/officeart/2005/8/layout/orgChart1"/>
    <dgm:cxn modelId="{139E0957-B4B7-4969-A659-1EC26C2A1CE9}" type="presParOf" srcId="{541D3423-B8BC-4FB1-AB3E-8B89405C8F96}" destId="{7B96F878-B76E-4936-877B-ED7263A6EB96}" srcOrd="1" destOrd="0" presId="urn:microsoft.com/office/officeart/2005/8/layout/orgChart1"/>
    <dgm:cxn modelId="{F6BBCB5B-3279-4AF1-B3D3-161DD0729B7E}" type="presParOf" srcId="{7B96F878-B76E-4936-877B-ED7263A6EB96}" destId="{99BFD17F-0D01-4F00-98C1-C2170D049F63}" srcOrd="0" destOrd="0" presId="urn:microsoft.com/office/officeart/2005/8/layout/orgChart1"/>
    <dgm:cxn modelId="{0B13D5BA-36C7-4AAF-AA39-EEBD8ACEBCAE}" type="presParOf" srcId="{99BFD17F-0D01-4F00-98C1-C2170D049F63}" destId="{3F84CE2F-1E6B-4DCF-A539-1CDC3CBC4522}" srcOrd="0" destOrd="0" presId="urn:microsoft.com/office/officeart/2005/8/layout/orgChart1"/>
    <dgm:cxn modelId="{631C712F-F17A-4EB8-A54A-260C5A61E01A}" type="presParOf" srcId="{99BFD17F-0D01-4F00-98C1-C2170D049F63}" destId="{6E20D2A3-AF38-4AB8-AA70-2A3138D3C9FD}" srcOrd="1" destOrd="0" presId="urn:microsoft.com/office/officeart/2005/8/layout/orgChart1"/>
    <dgm:cxn modelId="{9DDE1DC1-660A-4CEF-BAE1-EF34FA0B30EE}" type="presParOf" srcId="{7B96F878-B76E-4936-877B-ED7263A6EB96}" destId="{2828F0C4-9E63-4410-ACD8-1125E6ADE752}" srcOrd="1" destOrd="0" presId="urn:microsoft.com/office/officeart/2005/8/layout/orgChart1"/>
    <dgm:cxn modelId="{AAFAFF3F-27E0-4A06-9AEB-A1D46F5C76E8}" type="presParOf" srcId="{2828F0C4-9E63-4410-ACD8-1125E6ADE752}" destId="{0E897336-2427-40FC-A159-1EA5E88F757D}" srcOrd="0" destOrd="0" presId="urn:microsoft.com/office/officeart/2005/8/layout/orgChart1"/>
    <dgm:cxn modelId="{27D91070-1D99-4FD2-98D9-69A562BFF91C}" type="presParOf" srcId="{2828F0C4-9E63-4410-ACD8-1125E6ADE752}" destId="{9BCAEDBA-66AE-41CF-8DFB-280C4EC2530E}" srcOrd="1" destOrd="0" presId="urn:microsoft.com/office/officeart/2005/8/layout/orgChart1"/>
    <dgm:cxn modelId="{7C7559DE-D405-4477-9969-C1A225B92D10}" type="presParOf" srcId="{9BCAEDBA-66AE-41CF-8DFB-280C4EC2530E}" destId="{B81BAA7C-F919-4ECC-AD92-93D6C07530E9}" srcOrd="0" destOrd="0" presId="urn:microsoft.com/office/officeart/2005/8/layout/orgChart1"/>
    <dgm:cxn modelId="{3CD5C9FB-0060-43B5-9ACC-96689BCFEB11}" type="presParOf" srcId="{B81BAA7C-F919-4ECC-AD92-93D6C07530E9}" destId="{CF7AC0B9-3C06-491A-8462-77B1965CD6C7}" srcOrd="0" destOrd="0" presId="urn:microsoft.com/office/officeart/2005/8/layout/orgChart1"/>
    <dgm:cxn modelId="{F1A4AFCE-1147-48A9-878C-03738F7A02FB}" type="presParOf" srcId="{B81BAA7C-F919-4ECC-AD92-93D6C07530E9}" destId="{A942891E-EF2E-466B-8B26-F04B49736E15}" srcOrd="1" destOrd="0" presId="urn:microsoft.com/office/officeart/2005/8/layout/orgChart1"/>
    <dgm:cxn modelId="{142FAF6B-556A-4BE6-9FF4-DD157B851C3D}" type="presParOf" srcId="{9BCAEDBA-66AE-41CF-8DFB-280C4EC2530E}" destId="{AAD53561-3128-48D6-8831-E6D70B85A09B}" srcOrd="1" destOrd="0" presId="urn:microsoft.com/office/officeart/2005/8/layout/orgChart1"/>
    <dgm:cxn modelId="{FC085866-8368-4409-9126-C87D5A15B497}" type="presParOf" srcId="{9BCAEDBA-66AE-41CF-8DFB-280C4EC2530E}" destId="{ABAB5981-941B-4F52-98A5-284F64B68236}" srcOrd="2" destOrd="0" presId="urn:microsoft.com/office/officeart/2005/8/layout/orgChart1"/>
    <dgm:cxn modelId="{B7F78AEB-71AC-409A-B9DE-E5B9B3B896EE}" type="presParOf" srcId="{2828F0C4-9E63-4410-ACD8-1125E6ADE752}" destId="{D5BFD7A1-77FB-4607-8D85-FFB3317E6992}" srcOrd="2" destOrd="0" presId="urn:microsoft.com/office/officeart/2005/8/layout/orgChart1"/>
    <dgm:cxn modelId="{0B448CE3-56B3-4A46-9502-EEBBC997F66E}" type="presParOf" srcId="{2828F0C4-9E63-4410-ACD8-1125E6ADE752}" destId="{5B90F430-B56D-4515-837E-AFB0692E0D04}" srcOrd="3" destOrd="0" presId="urn:microsoft.com/office/officeart/2005/8/layout/orgChart1"/>
    <dgm:cxn modelId="{1CAB6FA3-D5B9-40E5-898C-705DE92498DC}" type="presParOf" srcId="{5B90F430-B56D-4515-837E-AFB0692E0D04}" destId="{675971DA-D3AE-47C6-A413-2B21E14B43CB}" srcOrd="0" destOrd="0" presId="urn:microsoft.com/office/officeart/2005/8/layout/orgChart1"/>
    <dgm:cxn modelId="{8DF0A729-1E18-45D9-B8B2-23629BE8CFFE}" type="presParOf" srcId="{675971DA-D3AE-47C6-A413-2B21E14B43CB}" destId="{AB4057ED-D52B-4B63-9C98-DA7D563E4EE4}" srcOrd="0" destOrd="0" presId="urn:microsoft.com/office/officeart/2005/8/layout/orgChart1"/>
    <dgm:cxn modelId="{F81AC981-7AB4-4563-BE3B-5CD46C5BDC46}" type="presParOf" srcId="{675971DA-D3AE-47C6-A413-2B21E14B43CB}" destId="{1001D33D-0812-44E4-8710-609CB12A1E4E}" srcOrd="1" destOrd="0" presId="urn:microsoft.com/office/officeart/2005/8/layout/orgChart1"/>
    <dgm:cxn modelId="{55332ABA-2988-46FB-8F3E-224DBF1FE213}" type="presParOf" srcId="{5B90F430-B56D-4515-837E-AFB0692E0D04}" destId="{68AE0773-8337-4E3C-9E49-07400FE5691F}" srcOrd="1" destOrd="0" presId="urn:microsoft.com/office/officeart/2005/8/layout/orgChart1"/>
    <dgm:cxn modelId="{7E9504E1-FF19-4B7F-ADAA-B3A854E5AE9F}" type="presParOf" srcId="{5B90F430-B56D-4515-837E-AFB0692E0D04}" destId="{B51E3A4A-77C6-4C50-8AD1-48909D2CED18}" srcOrd="2" destOrd="0" presId="urn:microsoft.com/office/officeart/2005/8/layout/orgChart1"/>
    <dgm:cxn modelId="{FB73AE8F-2264-4FB3-BEE2-4226C29C5C2C}" type="presParOf" srcId="{2828F0C4-9E63-4410-ACD8-1125E6ADE752}" destId="{96CC4E14-FA59-497E-A873-2D2F6A6C906E}" srcOrd="4" destOrd="0" presId="urn:microsoft.com/office/officeart/2005/8/layout/orgChart1"/>
    <dgm:cxn modelId="{0AFEBF0A-6778-4A67-A3CD-7E20FC4AA214}" type="presParOf" srcId="{2828F0C4-9E63-4410-ACD8-1125E6ADE752}" destId="{BB17F7C7-C3BF-489A-A244-D1557437D192}" srcOrd="5" destOrd="0" presId="urn:microsoft.com/office/officeart/2005/8/layout/orgChart1"/>
    <dgm:cxn modelId="{151F5EED-1059-4593-8363-42B183973EA9}" type="presParOf" srcId="{BB17F7C7-C3BF-489A-A244-D1557437D192}" destId="{A0C14815-8D9F-431A-A3F7-C86444805C71}" srcOrd="0" destOrd="0" presId="urn:microsoft.com/office/officeart/2005/8/layout/orgChart1"/>
    <dgm:cxn modelId="{737FC34C-994C-41CD-9487-D1703FD4F45F}" type="presParOf" srcId="{A0C14815-8D9F-431A-A3F7-C86444805C71}" destId="{7655DDCD-8136-493D-9B6B-698952DFAA27}" srcOrd="0" destOrd="0" presId="urn:microsoft.com/office/officeart/2005/8/layout/orgChart1"/>
    <dgm:cxn modelId="{CAD69487-B67C-4C09-A30C-4675B53B51A1}" type="presParOf" srcId="{A0C14815-8D9F-431A-A3F7-C86444805C71}" destId="{A361ECAF-893E-465B-B898-36342B12AF59}" srcOrd="1" destOrd="0" presId="urn:microsoft.com/office/officeart/2005/8/layout/orgChart1"/>
    <dgm:cxn modelId="{CE3BFD29-884E-4886-BC7A-A333E90E669A}" type="presParOf" srcId="{BB17F7C7-C3BF-489A-A244-D1557437D192}" destId="{1619BEA0-40FF-4D13-B6AA-7687B9C04052}" srcOrd="1" destOrd="0" presId="urn:microsoft.com/office/officeart/2005/8/layout/orgChart1"/>
    <dgm:cxn modelId="{05D9C6C8-4EC0-466C-A190-03839EC0987F}" type="presParOf" srcId="{BB17F7C7-C3BF-489A-A244-D1557437D192}" destId="{019DC34C-9B5C-46BC-86FC-A52A13752734}" srcOrd="2" destOrd="0" presId="urn:microsoft.com/office/officeart/2005/8/layout/orgChart1"/>
    <dgm:cxn modelId="{38BBBC48-4586-4139-AE40-C466D46E3C00}" type="presParOf" srcId="{7B96F878-B76E-4936-877B-ED7263A6EB96}" destId="{68E480ED-3EB7-4BB7-87BF-AA97CFBCF3C1}" srcOrd="2" destOrd="0" presId="urn:microsoft.com/office/officeart/2005/8/layout/orgChart1"/>
    <dgm:cxn modelId="{5A5ABC29-29A9-4E65-A9EC-CD2172DF42B3}" type="presParOf" srcId="{541D3423-B8BC-4FB1-AB3E-8B89405C8F96}" destId="{91D6C7C1-2CB2-4228-AC69-8415E98B96A3}" srcOrd="2" destOrd="0" presId="urn:microsoft.com/office/officeart/2005/8/layout/orgChart1"/>
    <dgm:cxn modelId="{F54FDBD7-8772-4332-AC41-45BCDB3A601E}" type="presParOf" srcId="{541D3423-B8BC-4FB1-AB3E-8B89405C8F96}" destId="{0EB04E3C-FE44-43FD-AEA9-9F7E7B2FE251}" srcOrd="3" destOrd="0" presId="urn:microsoft.com/office/officeart/2005/8/layout/orgChart1"/>
    <dgm:cxn modelId="{D06D6641-FC57-4A6D-BB18-63555F60519A}" type="presParOf" srcId="{0EB04E3C-FE44-43FD-AEA9-9F7E7B2FE251}" destId="{2DACFF64-22AB-482E-A302-0FB3A047270C}" srcOrd="0" destOrd="0" presId="urn:microsoft.com/office/officeart/2005/8/layout/orgChart1"/>
    <dgm:cxn modelId="{A4BB5FE1-C31F-4A0D-AF2A-C53196E7EBBD}" type="presParOf" srcId="{2DACFF64-22AB-482E-A302-0FB3A047270C}" destId="{85798492-AAFB-439D-8B5F-574F709F85B8}" srcOrd="0" destOrd="0" presId="urn:microsoft.com/office/officeart/2005/8/layout/orgChart1"/>
    <dgm:cxn modelId="{93885C69-5E2B-49B6-AA35-F120545C3E33}" type="presParOf" srcId="{2DACFF64-22AB-482E-A302-0FB3A047270C}" destId="{C5D43420-5E47-4B9E-BCAE-D376548CA042}" srcOrd="1" destOrd="0" presId="urn:microsoft.com/office/officeart/2005/8/layout/orgChart1"/>
    <dgm:cxn modelId="{A07D2D4B-DC9E-4FC1-AAA8-AA0921C0CE3B}" type="presParOf" srcId="{0EB04E3C-FE44-43FD-AEA9-9F7E7B2FE251}" destId="{040BA63D-3E3D-4376-A0B5-518ED60F5CAA}" srcOrd="1" destOrd="0" presId="urn:microsoft.com/office/officeart/2005/8/layout/orgChart1"/>
    <dgm:cxn modelId="{02731330-167B-4027-B420-58BED6AC1FC2}" type="presParOf" srcId="{0EB04E3C-FE44-43FD-AEA9-9F7E7B2FE251}" destId="{B45D77D5-2B13-4882-9522-95141F731F16}" srcOrd="2" destOrd="0" presId="urn:microsoft.com/office/officeart/2005/8/layout/orgChart1"/>
    <dgm:cxn modelId="{8A85FE6E-3268-4EB3-83EA-8AF5A4BBAE7A}" type="presParOf" srcId="{541D3423-B8BC-4FB1-AB3E-8B89405C8F96}" destId="{3656D01F-6B51-41CD-AC78-2B950ED5DA3B}" srcOrd="4" destOrd="0" presId="urn:microsoft.com/office/officeart/2005/8/layout/orgChart1"/>
    <dgm:cxn modelId="{4720C1BD-8DFB-4BA5-99B3-ABCFFB79F776}" type="presParOf" srcId="{541D3423-B8BC-4FB1-AB3E-8B89405C8F96}" destId="{459359A1-EB3E-4F6D-9EF8-77D26ED57352}" srcOrd="5" destOrd="0" presId="urn:microsoft.com/office/officeart/2005/8/layout/orgChart1"/>
    <dgm:cxn modelId="{DA9A62E2-7E63-4247-92BB-7AF02D0DDDFE}" type="presParOf" srcId="{459359A1-EB3E-4F6D-9EF8-77D26ED57352}" destId="{7ED317CC-CC4D-4E41-A219-97545C7B4C88}" srcOrd="0" destOrd="0" presId="urn:microsoft.com/office/officeart/2005/8/layout/orgChart1"/>
    <dgm:cxn modelId="{A75BDC6B-B1D7-4C9C-AE13-4A97E76AC4C8}" type="presParOf" srcId="{7ED317CC-CC4D-4E41-A219-97545C7B4C88}" destId="{B46E043C-8B2F-4404-90AF-DD290E256957}" srcOrd="0" destOrd="0" presId="urn:microsoft.com/office/officeart/2005/8/layout/orgChart1"/>
    <dgm:cxn modelId="{219DFC78-43C6-4054-AFF2-A5D6A92E6430}" type="presParOf" srcId="{7ED317CC-CC4D-4E41-A219-97545C7B4C88}" destId="{BF2453D1-2283-4EBF-AE8A-70C00EB02152}" srcOrd="1" destOrd="0" presId="urn:microsoft.com/office/officeart/2005/8/layout/orgChart1"/>
    <dgm:cxn modelId="{13A610EE-1632-41E5-BE62-9C7DE3EA0906}" type="presParOf" srcId="{459359A1-EB3E-4F6D-9EF8-77D26ED57352}" destId="{C5DEC6C7-4B0E-4932-A473-47A952E19159}" srcOrd="1" destOrd="0" presId="urn:microsoft.com/office/officeart/2005/8/layout/orgChart1"/>
    <dgm:cxn modelId="{6815F222-4D61-4B10-B3A5-660093DB3292}" type="presParOf" srcId="{459359A1-EB3E-4F6D-9EF8-77D26ED57352}" destId="{E3248312-34C7-48AD-9142-E8CEEC71DE8F}" srcOrd="2" destOrd="0" presId="urn:microsoft.com/office/officeart/2005/8/layout/orgChart1"/>
    <dgm:cxn modelId="{FD5C9DB1-E616-45D4-95C8-F4020D38DC25}" type="presParOf" srcId="{C6BA4417-349D-43D0-B828-EA254A936C49}" destId="{F56D378F-03EE-4262-9545-64BBD57648CA}" srcOrd="2" destOrd="0" presId="urn:microsoft.com/office/officeart/2005/8/layout/orgChart1"/>
    <dgm:cxn modelId="{C821FAD3-B179-46FC-AEFE-FDB140168A51}" type="presParOf" srcId="{B00F26EA-B68B-4FEF-94CF-BED4636BA122}" destId="{A9370F42-C176-4F20-9786-DD9588C5CBDE}" srcOrd="2" destOrd="0" presId="urn:microsoft.com/office/officeart/2005/8/layout/orgChart1"/>
    <dgm:cxn modelId="{C8FF7864-1888-4778-9FAE-096318F55848}" type="presParOf" srcId="{B00F26EA-B68B-4FEF-94CF-BED4636BA122}" destId="{EDCB1A01-17EB-4466-9928-0E3E95EC903A}" srcOrd="3" destOrd="0" presId="urn:microsoft.com/office/officeart/2005/8/layout/orgChart1"/>
    <dgm:cxn modelId="{A33973D3-6EBD-4620-BEDB-C89DB6E2FA9C}" type="presParOf" srcId="{EDCB1A01-17EB-4466-9928-0E3E95EC903A}" destId="{95865290-A564-466E-BA3C-968728D8E3B1}" srcOrd="0" destOrd="0" presId="urn:microsoft.com/office/officeart/2005/8/layout/orgChart1"/>
    <dgm:cxn modelId="{C3439366-4C81-4886-B527-32C991866B1E}" type="presParOf" srcId="{95865290-A564-466E-BA3C-968728D8E3B1}" destId="{95D52472-C1C2-44C9-B0BD-520B35A84AFB}" srcOrd="0" destOrd="0" presId="urn:microsoft.com/office/officeart/2005/8/layout/orgChart1"/>
    <dgm:cxn modelId="{26B2C87B-9465-474C-94AD-9E6F28FA9BFD}" type="presParOf" srcId="{95865290-A564-466E-BA3C-968728D8E3B1}" destId="{CA2472D2-1117-4E82-B76F-D55D09E3B31C}" srcOrd="1" destOrd="0" presId="urn:microsoft.com/office/officeart/2005/8/layout/orgChart1"/>
    <dgm:cxn modelId="{7C18DA37-CC30-44E3-AC26-675F6DAD68B4}" type="presParOf" srcId="{EDCB1A01-17EB-4466-9928-0E3E95EC903A}" destId="{D50F645E-8DA9-4CE4-88A4-5A91418CB60E}" srcOrd="1" destOrd="0" presId="urn:microsoft.com/office/officeart/2005/8/layout/orgChart1"/>
    <dgm:cxn modelId="{F488AD64-6501-4237-9F31-EB36261A3036}" type="presParOf" srcId="{EDCB1A01-17EB-4466-9928-0E3E95EC903A}" destId="{C85DD234-8DB2-45AF-8EBD-144DC183DF5E}" srcOrd="2" destOrd="0" presId="urn:microsoft.com/office/officeart/2005/8/layout/orgChart1"/>
    <dgm:cxn modelId="{403DE18B-C023-4923-8728-2708D4BA0C46}" type="presParOf" srcId="{B00F26EA-B68B-4FEF-94CF-BED4636BA122}" destId="{33BECB82-F05A-4415-A0E7-63B922DFE175}" srcOrd="4" destOrd="0" presId="urn:microsoft.com/office/officeart/2005/8/layout/orgChart1"/>
    <dgm:cxn modelId="{1E93816D-4B5C-4DE1-B6A4-E8AE519783DE}" type="presParOf" srcId="{B00F26EA-B68B-4FEF-94CF-BED4636BA122}" destId="{3F02A683-9945-439F-91F1-884DFBC09414}" srcOrd="5" destOrd="0" presId="urn:microsoft.com/office/officeart/2005/8/layout/orgChart1"/>
    <dgm:cxn modelId="{9145A446-1902-4D45-B51D-78306E75EB7A}" type="presParOf" srcId="{3F02A683-9945-439F-91F1-884DFBC09414}" destId="{44DDE714-E4FC-4959-8F93-0430A9A23CB2}" srcOrd="0" destOrd="0" presId="urn:microsoft.com/office/officeart/2005/8/layout/orgChart1"/>
    <dgm:cxn modelId="{137E8EF2-AA7B-448F-85B8-A12F814F3B98}" type="presParOf" srcId="{44DDE714-E4FC-4959-8F93-0430A9A23CB2}" destId="{7DF8F16C-7AEC-4C11-A80A-CFC1D89AD271}" srcOrd="0" destOrd="0" presId="urn:microsoft.com/office/officeart/2005/8/layout/orgChart1"/>
    <dgm:cxn modelId="{3C446354-9135-4260-A0A6-7D300A4C213D}" type="presParOf" srcId="{44DDE714-E4FC-4959-8F93-0430A9A23CB2}" destId="{0E27A857-5DFE-402A-A55C-E3ADC853A1E8}" srcOrd="1" destOrd="0" presId="urn:microsoft.com/office/officeart/2005/8/layout/orgChart1"/>
    <dgm:cxn modelId="{D13EA429-948F-4764-93EF-11F91A5E7303}" type="presParOf" srcId="{3F02A683-9945-439F-91F1-884DFBC09414}" destId="{0D79F2ED-943F-4D7E-A20D-5C688152BEB0}" srcOrd="1" destOrd="0" presId="urn:microsoft.com/office/officeart/2005/8/layout/orgChart1"/>
    <dgm:cxn modelId="{8801B199-7EBA-42C9-B48F-5A2B8190CEB9}" type="presParOf" srcId="{3F02A683-9945-439F-91F1-884DFBC09414}" destId="{A47CAA32-00C9-4403-B756-1DBDC53B922F}" srcOrd="2" destOrd="0" presId="urn:microsoft.com/office/officeart/2005/8/layout/orgChart1"/>
    <dgm:cxn modelId="{2EF27040-DCED-4343-8FE9-6D6644D1A34E}" type="presParOf" srcId="{B00F26EA-B68B-4FEF-94CF-BED4636BA122}" destId="{47BC1358-9AB4-4327-AE20-C6D6AD449977}" srcOrd="6" destOrd="0" presId="urn:microsoft.com/office/officeart/2005/8/layout/orgChart1"/>
    <dgm:cxn modelId="{ECB627DF-FA67-4714-9218-FEACF48B1345}" type="presParOf" srcId="{B00F26EA-B68B-4FEF-94CF-BED4636BA122}" destId="{9594C586-7D51-490D-B4A7-24B82418EA6C}" srcOrd="7" destOrd="0" presId="urn:microsoft.com/office/officeart/2005/8/layout/orgChart1"/>
    <dgm:cxn modelId="{1F3A7D64-BA3C-42B9-917E-CAF816581C51}" type="presParOf" srcId="{9594C586-7D51-490D-B4A7-24B82418EA6C}" destId="{8E7FB40A-9FF8-4DA4-9E92-689452981768}" srcOrd="0" destOrd="0" presId="urn:microsoft.com/office/officeart/2005/8/layout/orgChart1"/>
    <dgm:cxn modelId="{8AF6C2F1-D9CF-4FA3-AB5B-EB228E46AEF8}" type="presParOf" srcId="{8E7FB40A-9FF8-4DA4-9E92-689452981768}" destId="{E9615EF8-A88E-43F6-8EFA-7028C139887E}" srcOrd="0" destOrd="0" presId="urn:microsoft.com/office/officeart/2005/8/layout/orgChart1"/>
    <dgm:cxn modelId="{4E57C142-86F1-4421-B2F8-3286EE807D24}" type="presParOf" srcId="{8E7FB40A-9FF8-4DA4-9E92-689452981768}" destId="{F6C87120-52B1-479E-BB03-666CC8395037}" srcOrd="1" destOrd="0" presId="urn:microsoft.com/office/officeart/2005/8/layout/orgChart1"/>
    <dgm:cxn modelId="{BF632220-B765-4E83-AFC5-782F0320182A}" type="presParOf" srcId="{9594C586-7D51-490D-B4A7-24B82418EA6C}" destId="{1F6B7E0D-97FC-4738-9F4F-A29890F2E00C}" srcOrd="1" destOrd="0" presId="urn:microsoft.com/office/officeart/2005/8/layout/orgChart1"/>
    <dgm:cxn modelId="{49DB57D8-3908-49E6-8A2A-0CEBA69E0C62}" type="presParOf" srcId="{9594C586-7D51-490D-B4A7-24B82418EA6C}" destId="{F837440A-3C25-49E1-AC90-CCF02A41235C}" srcOrd="2" destOrd="0" presId="urn:microsoft.com/office/officeart/2005/8/layout/orgChart1"/>
    <dgm:cxn modelId="{54ECB52A-6F75-43A8-B34B-06F8F656A273}" type="presParOf" srcId="{CF5C6D7C-8026-4A5D-9469-1C78261BD2C5}" destId="{2EEC0F08-3DC8-48AA-BFEB-0A21CE09BF51}" srcOrd="2" destOrd="0" presId="urn:microsoft.com/office/officeart/2005/8/layout/orgChart1"/>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42179C2-A66E-4574-A82F-A87401FA82DB}">
      <dsp:nvSpPr>
        <dsp:cNvPr id="0" name=""/>
        <dsp:cNvSpPr/>
      </dsp:nvSpPr>
      <dsp:spPr>
        <a:xfrm>
          <a:off x="1939679" y="567725"/>
          <a:ext cx="998587" cy="115539"/>
        </a:xfrm>
        <a:custGeom>
          <a:avLst/>
          <a:gdLst/>
          <a:ahLst/>
          <a:cxnLst/>
          <a:rect l="0" t="0" r="0" b="0"/>
          <a:pathLst>
            <a:path>
              <a:moveTo>
                <a:pt x="0" y="0"/>
              </a:moveTo>
              <a:lnTo>
                <a:pt x="0" y="57769"/>
              </a:lnTo>
              <a:lnTo>
                <a:pt x="998587" y="57769"/>
              </a:lnTo>
              <a:lnTo>
                <a:pt x="998587" y="115539"/>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5BD29A3-C9FD-491F-B544-A68B27D72462}">
      <dsp:nvSpPr>
        <dsp:cNvPr id="0" name=""/>
        <dsp:cNvSpPr/>
      </dsp:nvSpPr>
      <dsp:spPr>
        <a:xfrm>
          <a:off x="1939679" y="567725"/>
          <a:ext cx="332862" cy="115539"/>
        </a:xfrm>
        <a:custGeom>
          <a:avLst/>
          <a:gdLst/>
          <a:ahLst/>
          <a:cxnLst/>
          <a:rect l="0" t="0" r="0" b="0"/>
          <a:pathLst>
            <a:path>
              <a:moveTo>
                <a:pt x="0" y="0"/>
              </a:moveTo>
              <a:lnTo>
                <a:pt x="0" y="57769"/>
              </a:lnTo>
              <a:lnTo>
                <a:pt x="332862" y="57769"/>
              </a:lnTo>
              <a:lnTo>
                <a:pt x="332862" y="115539"/>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3FAA2CD-9488-424F-ADBE-360B44DDF0AA}">
      <dsp:nvSpPr>
        <dsp:cNvPr id="0" name=""/>
        <dsp:cNvSpPr/>
      </dsp:nvSpPr>
      <dsp:spPr>
        <a:xfrm>
          <a:off x="1606817" y="567725"/>
          <a:ext cx="332862" cy="115539"/>
        </a:xfrm>
        <a:custGeom>
          <a:avLst/>
          <a:gdLst/>
          <a:ahLst/>
          <a:cxnLst/>
          <a:rect l="0" t="0" r="0" b="0"/>
          <a:pathLst>
            <a:path>
              <a:moveTo>
                <a:pt x="332862" y="0"/>
              </a:moveTo>
              <a:lnTo>
                <a:pt x="332862" y="57769"/>
              </a:lnTo>
              <a:lnTo>
                <a:pt x="0" y="57769"/>
              </a:lnTo>
              <a:lnTo>
                <a:pt x="0" y="115539"/>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3621433-CB05-48CF-B89D-A746624AF86C}">
      <dsp:nvSpPr>
        <dsp:cNvPr id="0" name=""/>
        <dsp:cNvSpPr/>
      </dsp:nvSpPr>
      <dsp:spPr>
        <a:xfrm>
          <a:off x="941092" y="958357"/>
          <a:ext cx="665724" cy="115539"/>
        </a:xfrm>
        <a:custGeom>
          <a:avLst/>
          <a:gdLst/>
          <a:ahLst/>
          <a:cxnLst/>
          <a:rect l="0" t="0" r="0" b="0"/>
          <a:pathLst>
            <a:path>
              <a:moveTo>
                <a:pt x="0" y="0"/>
              </a:moveTo>
              <a:lnTo>
                <a:pt x="0" y="57769"/>
              </a:lnTo>
              <a:lnTo>
                <a:pt x="665724" y="57769"/>
              </a:lnTo>
              <a:lnTo>
                <a:pt x="665724" y="115539"/>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1DDFBFD-9BEB-4272-B086-406F8265C1BA}">
      <dsp:nvSpPr>
        <dsp:cNvPr id="0" name=""/>
        <dsp:cNvSpPr/>
      </dsp:nvSpPr>
      <dsp:spPr>
        <a:xfrm>
          <a:off x="895372" y="958357"/>
          <a:ext cx="91440" cy="115539"/>
        </a:xfrm>
        <a:custGeom>
          <a:avLst/>
          <a:gdLst/>
          <a:ahLst/>
          <a:cxnLst/>
          <a:rect l="0" t="0" r="0" b="0"/>
          <a:pathLst>
            <a:path>
              <a:moveTo>
                <a:pt x="45720" y="0"/>
              </a:moveTo>
              <a:lnTo>
                <a:pt x="45720" y="115539"/>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6AB3A76-2341-4E2D-94FE-E6E6C8F3EB5B}">
      <dsp:nvSpPr>
        <dsp:cNvPr id="0" name=""/>
        <dsp:cNvSpPr/>
      </dsp:nvSpPr>
      <dsp:spPr>
        <a:xfrm>
          <a:off x="9573" y="1348989"/>
          <a:ext cx="91440" cy="1034349"/>
        </a:xfrm>
        <a:custGeom>
          <a:avLst/>
          <a:gdLst/>
          <a:ahLst/>
          <a:cxnLst/>
          <a:rect l="0" t="0" r="0" b="0"/>
          <a:pathLst>
            <a:path>
              <a:moveTo>
                <a:pt x="45720" y="0"/>
              </a:moveTo>
              <a:lnTo>
                <a:pt x="45720" y="1034349"/>
              </a:lnTo>
              <a:lnTo>
                <a:pt x="128247" y="1034349"/>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052A804-14BE-465D-942C-3E0088F77B9B}">
      <dsp:nvSpPr>
        <dsp:cNvPr id="0" name=""/>
        <dsp:cNvSpPr/>
      </dsp:nvSpPr>
      <dsp:spPr>
        <a:xfrm>
          <a:off x="9573" y="1348989"/>
          <a:ext cx="91440" cy="643717"/>
        </a:xfrm>
        <a:custGeom>
          <a:avLst/>
          <a:gdLst/>
          <a:ahLst/>
          <a:cxnLst/>
          <a:rect l="0" t="0" r="0" b="0"/>
          <a:pathLst>
            <a:path>
              <a:moveTo>
                <a:pt x="45720" y="0"/>
              </a:moveTo>
              <a:lnTo>
                <a:pt x="45720" y="643717"/>
              </a:lnTo>
              <a:lnTo>
                <a:pt x="128247" y="643717"/>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43E3DBD-B092-4733-B0C2-F307DC8A6FAC}">
      <dsp:nvSpPr>
        <dsp:cNvPr id="0" name=""/>
        <dsp:cNvSpPr/>
      </dsp:nvSpPr>
      <dsp:spPr>
        <a:xfrm>
          <a:off x="9573" y="1348989"/>
          <a:ext cx="91440" cy="253085"/>
        </a:xfrm>
        <a:custGeom>
          <a:avLst/>
          <a:gdLst/>
          <a:ahLst/>
          <a:cxnLst/>
          <a:rect l="0" t="0" r="0" b="0"/>
          <a:pathLst>
            <a:path>
              <a:moveTo>
                <a:pt x="45720" y="0"/>
              </a:moveTo>
              <a:lnTo>
                <a:pt x="45720" y="253085"/>
              </a:lnTo>
              <a:lnTo>
                <a:pt x="128247" y="253085"/>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449FADC-1D9F-4965-881F-42D38E5719D3}">
      <dsp:nvSpPr>
        <dsp:cNvPr id="0" name=""/>
        <dsp:cNvSpPr/>
      </dsp:nvSpPr>
      <dsp:spPr>
        <a:xfrm>
          <a:off x="275367" y="958357"/>
          <a:ext cx="665724" cy="115539"/>
        </a:xfrm>
        <a:custGeom>
          <a:avLst/>
          <a:gdLst/>
          <a:ahLst/>
          <a:cxnLst/>
          <a:rect l="0" t="0" r="0" b="0"/>
          <a:pathLst>
            <a:path>
              <a:moveTo>
                <a:pt x="665724" y="0"/>
              </a:moveTo>
              <a:lnTo>
                <a:pt x="665724" y="57769"/>
              </a:lnTo>
              <a:lnTo>
                <a:pt x="0" y="57769"/>
              </a:lnTo>
              <a:lnTo>
                <a:pt x="0" y="115539"/>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B76EEDB-2422-4C3A-BEB5-702645817086}">
      <dsp:nvSpPr>
        <dsp:cNvPr id="0" name=""/>
        <dsp:cNvSpPr/>
      </dsp:nvSpPr>
      <dsp:spPr>
        <a:xfrm>
          <a:off x="941092" y="567725"/>
          <a:ext cx="998587" cy="115539"/>
        </a:xfrm>
        <a:custGeom>
          <a:avLst/>
          <a:gdLst/>
          <a:ahLst/>
          <a:cxnLst/>
          <a:rect l="0" t="0" r="0" b="0"/>
          <a:pathLst>
            <a:path>
              <a:moveTo>
                <a:pt x="998587" y="0"/>
              </a:moveTo>
              <a:lnTo>
                <a:pt x="998587" y="57769"/>
              </a:lnTo>
              <a:lnTo>
                <a:pt x="0" y="57769"/>
              </a:lnTo>
              <a:lnTo>
                <a:pt x="0" y="115539"/>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DB9D7E9-F308-4BB3-A30D-2692A2A68CBE}">
      <dsp:nvSpPr>
        <dsp:cNvPr id="0" name=""/>
        <dsp:cNvSpPr/>
      </dsp:nvSpPr>
      <dsp:spPr>
        <a:xfrm>
          <a:off x="1664587" y="292632"/>
          <a:ext cx="550185" cy="275092"/>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rtl="1">
            <a:lnSpc>
              <a:spcPct val="90000"/>
            </a:lnSpc>
            <a:spcBef>
              <a:spcPct val="0"/>
            </a:spcBef>
            <a:spcAft>
              <a:spcPct val="35000"/>
            </a:spcAft>
            <a:buNone/>
          </a:pPr>
          <a:r>
            <a:rPr lang="he-IL" sz="1200" b="0" i="0" u="none" strike="noStrike" kern="1200" cap="none" baseline="0" noProof="0" dirty="0">
              <a:latin typeface="Arial"/>
              <a:cs typeface="Arial"/>
            </a:rPr>
            <a:t>מלודיה</a:t>
          </a:r>
        </a:p>
      </dsp:txBody>
      <dsp:txXfrm>
        <a:off x="1664587" y="292632"/>
        <a:ext cx="550185" cy="275092"/>
      </dsp:txXfrm>
    </dsp:sp>
    <dsp:sp modelId="{39AD74EB-F4E3-4AA3-95AB-70BC49140795}">
      <dsp:nvSpPr>
        <dsp:cNvPr id="0" name=""/>
        <dsp:cNvSpPr/>
      </dsp:nvSpPr>
      <dsp:spPr>
        <a:xfrm>
          <a:off x="665999" y="683264"/>
          <a:ext cx="550185" cy="275092"/>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rtl="1">
            <a:lnSpc>
              <a:spcPct val="90000"/>
            </a:lnSpc>
            <a:spcBef>
              <a:spcPct val="0"/>
            </a:spcBef>
            <a:spcAft>
              <a:spcPct val="35000"/>
            </a:spcAft>
            <a:buNone/>
          </a:pPr>
          <a:r>
            <a:rPr lang="he-IL" sz="1200" b="0" i="0" u="none" strike="noStrike" kern="1200" cap="none" baseline="0" noProof="0" dirty="0">
              <a:latin typeface="Arial"/>
              <a:cs typeface="Arial"/>
            </a:rPr>
            <a:t>התקווה </a:t>
          </a:r>
          <a:endParaRPr lang="he-IL" sz="1200" kern="1200" dirty="0">
            <a:latin typeface="Arial"/>
            <a:cs typeface="Arial"/>
          </a:endParaRPr>
        </a:p>
      </dsp:txBody>
      <dsp:txXfrm>
        <a:off x="665999" y="683264"/>
        <a:ext cx="550185" cy="275092"/>
      </dsp:txXfrm>
    </dsp:sp>
    <dsp:sp modelId="{8916C649-0DF1-4435-8288-333E3777F9BB}">
      <dsp:nvSpPr>
        <dsp:cNvPr id="0" name=""/>
        <dsp:cNvSpPr/>
      </dsp:nvSpPr>
      <dsp:spPr>
        <a:xfrm>
          <a:off x="274" y="1073896"/>
          <a:ext cx="550185" cy="275092"/>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rtl="1">
            <a:lnSpc>
              <a:spcPct val="90000"/>
            </a:lnSpc>
            <a:spcBef>
              <a:spcPct val="0"/>
            </a:spcBef>
            <a:spcAft>
              <a:spcPct val="35000"/>
            </a:spcAft>
            <a:buNone/>
          </a:pPr>
          <a:r>
            <a:rPr lang="he-IL" sz="1200" kern="1200" dirty="0">
              <a:latin typeface="Arial"/>
              <a:cs typeface="Arial"/>
            </a:rPr>
            <a:t>WAV1</a:t>
          </a:r>
        </a:p>
      </dsp:txBody>
      <dsp:txXfrm>
        <a:off x="274" y="1073896"/>
        <a:ext cx="550185" cy="275092"/>
      </dsp:txXfrm>
    </dsp:sp>
    <dsp:sp modelId="{9E03F5C6-832D-479B-B77B-0EB15308E214}">
      <dsp:nvSpPr>
        <dsp:cNvPr id="0" name=""/>
        <dsp:cNvSpPr/>
      </dsp:nvSpPr>
      <dsp:spPr>
        <a:xfrm>
          <a:off x="137821" y="1464528"/>
          <a:ext cx="550185" cy="27509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rtl="1">
            <a:lnSpc>
              <a:spcPct val="90000"/>
            </a:lnSpc>
            <a:spcBef>
              <a:spcPct val="0"/>
            </a:spcBef>
            <a:spcAft>
              <a:spcPct val="35000"/>
            </a:spcAft>
            <a:buNone/>
          </a:pPr>
          <a:r>
            <a:rPr lang="he-IL" sz="1200" kern="1200" dirty="0">
              <a:latin typeface="Arial"/>
              <a:cs typeface="Arial"/>
            </a:rPr>
            <a:t>Frame1</a:t>
          </a:r>
        </a:p>
      </dsp:txBody>
      <dsp:txXfrm>
        <a:off x="137821" y="1464528"/>
        <a:ext cx="550185" cy="275092"/>
      </dsp:txXfrm>
    </dsp:sp>
    <dsp:sp modelId="{310D4064-AE4F-4B6A-9B56-56503FBF9A41}">
      <dsp:nvSpPr>
        <dsp:cNvPr id="0" name=""/>
        <dsp:cNvSpPr/>
      </dsp:nvSpPr>
      <dsp:spPr>
        <a:xfrm>
          <a:off x="137821" y="1855160"/>
          <a:ext cx="550185" cy="27509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rtl="1">
            <a:lnSpc>
              <a:spcPct val="90000"/>
            </a:lnSpc>
            <a:spcBef>
              <a:spcPct val="0"/>
            </a:spcBef>
            <a:spcAft>
              <a:spcPct val="35000"/>
            </a:spcAft>
            <a:buNone/>
          </a:pPr>
          <a:r>
            <a:rPr lang="he-IL" sz="1200" kern="1200" dirty="0">
              <a:latin typeface="Arial"/>
              <a:cs typeface="Arial"/>
            </a:rPr>
            <a:t>Frame2</a:t>
          </a:r>
        </a:p>
      </dsp:txBody>
      <dsp:txXfrm>
        <a:off x="137821" y="1855160"/>
        <a:ext cx="550185" cy="275092"/>
      </dsp:txXfrm>
    </dsp:sp>
    <dsp:sp modelId="{8D8219B0-AFDC-49C4-9435-8C105C9579CC}">
      <dsp:nvSpPr>
        <dsp:cNvPr id="0" name=""/>
        <dsp:cNvSpPr/>
      </dsp:nvSpPr>
      <dsp:spPr>
        <a:xfrm>
          <a:off x="137821" y="2245792"/>
          <a:ext cx="550185" cy="27509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rtl="1">
            <a:lnSpc>
              <a:spcPct val="90000"/>
            </a:lnSpc>
            <a:spcBef>
              <a:spcPct val="0"/>
            </a:spcBef>
            <a:spcAft>
              <a:spcPct val="35000"/>
            </a:spcAft>
            <a:buNone/>
          </a:pPr>
          <a:r>
            <a:rPr lang="he-IL" sz="1200" kern="1200" dirty="0">
              <a:latin typeface="Arial"/>
              <a:cs typeface="Arial"/>
            </a:rPr>
            <a:t>...</a:t>
          </a:r>
        </a:p>
      </dsp:txBody>
      <dsp:txXfrm>
        <a:off x="137821" y="2245792"/>
        <a:ext cx="550185" cy="275092"/>
      </dsp:txXfrm>
    </dsp:sp>
    <dsp:sp modelId="{7DDEE3A3-8F4F-4CF2-AE88-A658106D1B22}">
      <dsp:nvSpPr>
        <dsp:cNvPr id="0" name=""/>
        <dsp:cNvSpPr/>
      </dsp:nvSpPr>
      <dsp:spPr>
        <a:xfrm>
          <a:off x="665999" y="1073896"/>
          <a:ext cx="550185" cy="275092"/>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rtl="1">
            <a:lnSpc>
              <a:spcPct val="90000"/>
            </a:lnSpc>
            <a:spcBef>
              <a:spcPct val="0"/>
            </a:spcBef>
            <a:spcAft>
              <a:spcPct val="35000"/>
            </a:spcAft>
            <a:buNone/>
          </a:pPr>
          <a:r>
            <a:rPr lang="he-IL" sz="1200" kern="1200" dirty="0">
              <a:latin typeface="Arial"/>
              <a:cs typeface="Arial"/>
            </a:rPr>
            <a:t>WAV2</a:t>
          </a:r>
        </a:p>
      </dsp:txBody>
      <dsp:txXfrm>
        <a:off x="665999" y="1073896"/>
        <a:ext cx="550185" cy="275092"/>
      </dsp:txXfrm>
    </dsp:sp>
    <dsp:sp modelId="{44CA50AD-04C6-474A-81F7-FB845AA14240}">
      <dsp:nvSpPr>
        <dsp:cNvPr id="0" name=""/>
        <dsp:cNvSpPr/>
      </dsp:nvSpPr>
      <dsp:spPr>
        <a:xfrm>
          <a:off x="1331724" y="1073896"/>
          <a:ext cx="550185" cy="275092"/>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rtl="1">
            <a:lnSpc>
              <a:spcPct val="90000"/>
            </a:lnSpc>
            <a:spcBef>
              <a:spcPct val="0"/>
            </a:spcBef>
            <a:spcAft>
              <a:spcPct val="35000"/>
            </a:spcAft>
            <a:buNone/>
          </a:pPr>
          <a:r>
            <a:rPr lang="he-IL" sz="1200" kern="1200" dirty="0">
              <a:latin typeface="Arial"/>
              <a:cs typeface="Arial"/>
            </a:rPr>
            <a:t>...</a:t>
          </a:r>
        </a:p>
      </dsp:txBody>
      <dsp:txXfrm>
        <a:off x="1331724" y="1073896"/>
        <a:ext cx="550185" cy="275092"/>
      </dsp:txXfrm>
    </dsp:sp>
    <dsp:sp modelId="{889AEF26-9613-4331-A0D0-B2E7DD13C0B8}">
      <dsp:nvSpPr>
        <dsp:cNvPr id="0" name=""/>
        <dsp:cNvSpPr/>
      </dsp:nvSpPr>
      <dsp:spPr>
        <a:xfrm>
          <a:off x="1331724" y="683264"/>
          <a:ext cx="550185" cy="275092"/>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rtl="1">
            <a:lnSpc>
              <a:spcPct val="90000"/>
            </a:lnSpc>
            <a:spcBef>
              <a:spcPct val="0"/>
            </a:spcBef>
            <a:spcAft>
              <a:spcPct val="35000"/>
            </a:spcAft>
            <a:buNone/>
          </a:pPr>
          <a:r>
            <a:rPr lang="he-IL" sz="1200" kern="1200" dirty="0">
              <a:latin typeface="Arial"/>
              <a:cs typeface="Arial"/>
            </a:rPr>
            <a:t>אני ואתה</a:t>
          </a:r>
        </a:p>
      </dsp:txBody>
      <dsp:txXfrm>
        <a:off x="1331724" y="683264"/>
        <a:ext cx="550185" cy="275092"/>
      </dsp:txXfrm>
    </dsp:sp>
    <dsp:sp modelId="{B17EDF9B-D86A-4BFB-9D54-BB8BAAD937A5}">
      <dsp:nvSpPr>
        <dsp:cNvPr id="0" name=""/>
        <dsp:cNvSpPr/>
      </dsp:nvSpPr>
      <dsp:spPr>
        <a:xfrm>
          <a:off x="1997449" y="683264"/>
          <a:ext cx="550185" cy="275092"/>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rtl="1">
            <a:lnSpc>
              <a:spcPct val="90000"/>
            </a:lnSpc>
            <a:spcBef>
              <a:spcPct val="0"/>
            </a:spcBef>
            <a:spcAft>
              <a:spcPct val="35000"/>
            </a:spcAft>
            <a:buNone/>
          </a:pPr>
          <a:r>
            <a:rPr lang="he-IL" sz="1200" kern="1200" dirty="0">
              <a:latin typeface="Arial"/>
              <a:cs typeface="Arial"/>
            </a:rPr>
            <a:t>Gimme</a:t>
          </a:r>
        </a:p>
      </dsp:txBody>
      <dsp:txXfrm>
        <a:off x="1997449" y="683264"/>
        <a:ext cx="550185" cy="275092"/>
      </dsp:txXfrm>
    </dsp:sp>
    <dsp:sp modelId="{0C662A20-2C53-4F71-A9AF-E244FAC4666A}">
      <dsp:nvSpPr>
        <dsp:cNvPr id="0" name=""/>
        <dsp:cNvSpPr/>
      </dsp:nvSpPr>
      <dsp:spPr>
        <a:xfrm>
          <a:off x="2663174" y="683264"/>
          <a:ext cx="550185" cy="275092"/>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rtl="1">
            <a:lnSpc>
              <a:spcPct val="90000"/>
            </a:lnSpc>
            <a:spcBef>
              <a:spcPct val="0"/>
            </a:spcBef>
            <a:spcAft>
              <a:spcPct val="35000"/>
            </a:spcAft>
            <a:buNone/>
          </a:pPr>
          <a:r>
            <a:rPr lang="he-IL" sz="1200" kern="1200" dirty="0">
              <a:latin typeface="Arial"/>
              <a:cs typeface="Arial"/>
            </a:rPr>
            <a:t>...</a:t>
          </a:r>
        </a:p>
      </dsp:txBody>
      <dsp:txXfrm>
        <a:off x="2663174" y="683264"/>
        <a:ext cx="550185" cy="27509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BC1358-9AB4-4327-AE20-C6D6AD449977}">
      <dsp:nvSpPr>
        <dsp:cNvPr id="0" name=""/>
        <dsp:cNvSpPr/>
      </dsp:nvSpPr>
      <dsp:spPr>
        <a:xfrm>
          <a:off x="2154312" y="347883"/>
          <a:ext cx="1109084" cy="128323"/>
        </a:xfrm>
        <a:custGeom>
          <a:avLst/>
          <a:gdLst/>
          <a:ahLst/>
          <a:cxnLst/>
          <a:rect l="0" t="0" r="0" b="0"/>
          <a:pathLst>
            <a:path>
              <a:moveTo>
                <a:pt x="0" y="0"/>
              </a:moveTo>
              <a:lnTo>
                <a:pt x="0" y="64161"/>
              </a:lnTo>
              <a:lnTo>
                <a:pt x="1109084" y="64161"/>
              </a:lnTo>
              <a:lnTo>
                <a:pt x="1109084" y="128323"/>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3BECB82-F05A-4415-A0E7-63B922DFE175}">
      <dsp:nvSpPr>
        <dsp:cNvPr id="0" name=""/>
        <dsp:cNvSpPr/>
      </dsp:nvSpPr>
      <dsp:spPr>
        <a:xfrm>
          <a:off x="2154312" y="347883"/>
          <a:ext cx="369694" cy="128323"/>
        </a:xfrm>
        <a:custGeom>
          <a:avLst/>
          <a:gdLst/>
          <a:ahLst/>
          <a:cxnLst/>
          <a:rect l="0" t="0" r="0" b="0"/>
          <a:pathLst>
            <a:path>
              <a:moveTo>
                <a:pt x="0" y="0"/>
              </a:moveTo>
              <a:lnTo>
                <a:pt x="0" y="64161"/>
              </a:lnTo>
              <a:lnTo>
                <a:pt x="369694" y="64161"/>
              </a:lnTo>
              <a:lnTo>
                <a:pt x="369694" y="128323"/>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9370F42-C176-4F20-9786-DD9588C5CBDE}">
      <dsp:nvSpPr>
        <dsp:cNvPr id="0" name=""/>
        <dsp:cNvSpPr/>
      </dsp:nvSpPr>
      <dsp:spPr>
        <a:xfrm>
          <a:off x="1784617" y="347883"/>
          <a:ext cx="369694" cy="128323"/>
        </a:xfrm>
        <a:custGeom>
          <a:avLst/>
          <a:gdLst/>
          <a:ahLst/>
          <a:cxnLst/>
          <a:rect l="0" t="0" r="0" b="0"/>
          <a:pathLst>
            <a:path>
              <a:moveTo>
                <a:pt x="369694" y="0"/>
              </a:moveTo>
              <a:lnTo>
                <a:pt x="369694" y="64161"/>
              </a:lnTo>
              <a:lnTo>
                <a:pt x="0" y="64161"/>
              </a:lnTo>
              <a:lnTo>
                <a:pt x="0" y="128323"/>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656D01F-6B51-41CD-AC78-2B950ED5DA3B}">
      <dsp:nvSpPr>
        <dsp:cNvPr id="0" name=""/>
        <dsp:cNvSpPr/>
      </dsp:nvSpPr>
      <dsp:spPr>
        <a:xfrm>
          <a:off x="1045227" y="781740"/>
          <a:ext cx="739389" cy="128323"/>
        </a:xfrm>
        <a:custGeom>
          <a:avLst/>
          <a:gdLst/>
          <a:ahLst/>
          <a:cxnLst/>
          <a:rect l="0" t="0" r="0" b="0"/>
          <a:pathLst>
            <a:path>
              <a:moveTo>
                <a:pt x="0" y="0"/>
              </a:moveTo>
              <a:lnTo>
                <a:pt x="0" y="64161"/>
              </a:lnTo>
              <a:lnTo>
                <a:pt x="739389" y="64161"/>
              </a:lnTo>
              <a:lnTo>
                <a:pt x="739389" y="128323"/>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1D6C7C1-2CB2-4228-AC69-8415E98B96A3}">
      <dsp:nvSpPr>
        <dsp:cNvPr id="0" name=""/>
        <dsp:cNvSpPr/>
      </dsp:nvSpPr>
      <dsp:spPr>
        <a:xfrm>
          <a:off x="999507" y="781740"/>
          <a:ext cx="91440" cy="128323"/>
        </a:xfrm>
        <a:custGeom>
          <a:avLst/>
          <a:gdLst/>
          <a:ahLst/>
          <a:cxnLst/>
          <a:rect l="0" t="0" r="0" b="0"/>
          <a:pathLst>
            <a:path>
              <a:moveTo>
                <a:pt x="45720" y="0"/>
              </a:moveTo>
              <a:lnTo>
                <a:pt x="45720" y="128323"/>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6CC4E14-FA59-497E-A873-2D2F6A6C906E}">
      <dsp:nvSpPr>
        <dsp:cNvPr id="0" name=""/>
        <dsp:cNvSpPr/>
      </dsp:nvSpPr>
      <dsp:spPr>
        <a:xfrm>
          <a:off x="61411" y="1215597"/>
          <a:ext cx="91659" cy="1148803"/>
        </a:xfrm>
        <a:custGeom>
          <a:avLst/>
          <a:gdLst/>
          <a:ahLst/>
          <a:cxnLst/>
          <a:rect l="0" t="0" r="0" b="0"/>
          <a:pathLst>
            <a:path>
              <a:moveTo>
                <a:pt x="0" y="0"/>
              </a:moveTo>
              <a:lnTo>
                <a:pt x="0" y="1148803"/>
              </a:lnTo>
              <a:lnTo>
                <a:pt x="91659" y="1148803"/>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5BFD7A1-77FB-4607-8D85-FFB3317E6992}">
      <dsp:nvSpPr>
        <dsp:cNvPr id="0" name=""/>
        <dsp:cNvSpPr/>
      </dsp:nvSpPr>
      <dsp:spPr>
        <a:xfrm>
          <a:off x="61411" y="1215597"/>
          <a:ext cx="91659" cy="714947"/>
        </a:xfrm>
        <a:custGeom>
          <a:avLst/>
          <a:gdLst/>
          <a:ahLst/>
          <a:cxnLst/>
          <a:rect l="0" t="0" r="0" b="0"/>
          <a:pathLst>
            <a:path>
              <a:moveTo>
                <a:pt x="0" y="0"/>
              </a:moveTo>
              <a:lnTo>
                <a:pt x="0" y="714947"/>
              </a:lnTo>
              <a:lnTo>
                <a:pt x="91659" y="714947"/>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E897336-2427-40FC-A159-1EA5E88F757D}">
      <dsp:nvSpPr>
        <dsp:cNvPr id="0" name=""/>
        <dsp:cNvSpPr/>
      </dsp:nvSpPr>
      <dsp:spPr>
        <a:xfrm>
          <a:off x="61411" y="1215597"/>
          <a:ext cx="91659" cy="281090"/>
        </a:xfrm>
        <a:custGeom>
          <a:avLst/>
          <a:gdLst/>
          <a:ahLst/>
          <a:cxnLst/>
          <a:rect l="0" t="0" r="0" b="0"/>
          <a:pathLst>
            <a:path>
              <a:moveTo>
                <a:pt x="0" y="0"/>
              </a:moveTo>
              <a:lnTo>
                <a:pt x="0" y="281090"/>
              </a:lnTo>
              <a:lnTo>
                <a:pt x="91659" y="281090"/>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772E5E3-3B39-47F3-AF5F-D02DCBDA5636}">
      <dsp:nvSpPr>
        <dsp:cNvPr id="0" name=""/>
        <dsp:cNvSpPr/>
      </dsp:nvSpPr>
      <dsp:spPr>
        <a:xfrm>
          <a:off x="305837" y="781740"/>
          <a:ext cx="739389" cy="128323"/>
        </a:xfrm>
        <a:custGeom>
          <a:avLst/>
          <a:gdLst/>
          <a:ahLst/>
          <a:cxnLst/>
          <a:rect l="0" t="0" r="0" b="0"/>
          <a:pathLst>
            <a:path>
              <a:moveTo>
                <a:pt x="739389" y="0"/>
              </a:moveTo>
              <a:lnTo>
                <a:pt x="739389" y="64161"/>
              </a:lnTo>
              <a:lnTo>
                <a:pt x="0" y="64161"/>
              </a:lnTo>
              <a:lnTo>
                <a:pt x="0" y="128323"/>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3C51111-8510-4343-9CF4-82B25F4A24B1}">
      <dsp:nvSpPr>
        <dsp:cNvPr id="0" name=""/>
        <dsp:cNvSpPr/>
      </dsp:nvSpPr>
      <dsp:spPr>
        <a:xfrm>
          <a:off x="1045227" y="347883"/>
          <a:ext cx="1109084" cy="128323"/>
        </a:xfrm>
        <a:custGeom>
          <a:avLst/>
          <a:gdLst/>
          <a:ahLst/>
          <a:cxnLst/>
          <a:rect l="0" t="0" r="0" b="0"/>
          <a:pathLst>
            <a:path>
              <a:moveTo>
                <a:pt x="1109084" y="0"/>
              </a:moveTo>
              <a:lnTo>
                <a:pt x="1109084" y="64161"/>
              </a:lnTo>
              <a:lnTo>
                <a:pt x="0" y="64161"/>
              </a:lnTo>
              <a:lnTo>
                <a:pt x="0" y="128323"/>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B9EB1BF-CAB6-49CA-98E6-0BD356ED51A2}">
      <dsp:nvSpPr>
        <dsp:cNvPr id="0" name=""/>
        <dsp:cNvSpPr/>
      </dsp:nvSpPr>
      <dsp:spPr>
        <a:xfrm>
          <a:off x="1848779" y="42350"/>
          <a:ext cx="611065" cy="305532"/>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rtl="1">
            <a:lnSpc>
              <a:spcPct val="90000"/>
            </a:lnSpc>
            <a:spcBef>
              <a:spcPct val="0"/>
            </a:spcBef>
            <a:spcAft>
              <a:spcPct val="35000"/>
            </a:spcAft>
            <a:buNone/>
          </a:pPr>
          <a:r>
            <a:rPr lang="he-IL" sz="1400" b="0" i="0" u="none" strike="noStrike" kern="1200" cap="none" baseline="0" noProof="0" dirty="0">
              <a:latin typeface="Calibri Light"/>
              <a:cs typeface="Calibri Light"/>
            </a:rPr>
            <a:t>גוון</a:t>
          </a:r>
        </a:p>
      </dsp:txBody>
      <dsp:txXfrm>
        <a:off x="1848779" y="42350"/>
        <a:ext cx="611065" cy="305532"/>
      </dsp:txXfrm>
    </dsp:sp>
    <dsp:sp modelId="{85EA4323-519F-4B64-974B-77B9185C58AC}">
      <dsp:nvSpPr>
        <dsp:cNvPr id="0" name=""/>
        <dsp:cNvSpPr/>
      </dsp:nvSpPr>
      <dsp:spPr>
        <a:xfrm>
          <a:off x="739694" y="476207"/>
          <a:ext cx="611065" cy="305532"/>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rtl="1">
            <a:lnSpc>
              <a:spcPct val="90000"/>
            </a:lnSpc>
            <a:spcBef>
              <a:spcPct val="0"/>
            </a:spcBef>
            <a:spcAft>
              <a:spcPct val="35000"/>
            </a:spcAft>
            <a:buNone/>
          </a:pPr>
          <a:r>
            <a:rPr lang="he-IL" sz="1400" b="0" i="0" u="none" strike="noStrike" kern="1200" cap="none" baseline="0" noProof="0" dirty="0">
              <a:latin typeface="Calibri Light"/>
              <a:cs typeface="Calibri Light"/>
            </a:rPr>
            <a:t>גיטרה</a:t>
          </a:r>
          <a:endParaRPr lang="he-IL" sz="1400" kern="1200" dirty="0">
            <a:latin typeface="Calibri Light"/>
          </a:endParaRPr>
        </a:p>
      </dsp:txBody>
      <dsp:txXfrm>
        <a:off x="739694" y="476207"/>
        <a:ext cx="611065" cy="305532"/>
      </dsp:txXfrm>
    </dsp:sp>
    <dsp:sp modelId="{3F84CE2F-1E6B-4DCF-A539-1CDC3CBC4522}">
      <dsp:nvSpPr>
        <dsp:cNvPr id="0" name=""/>
        <dsp:cNvSpPr/>
      </dsp:nvSpPr>
      <dsp:spPr>
        <a:xfrm>
          <a:off x="304" y="910064"/>
          <a:ext cx="611065" cy="305532"/>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rtl="1">
            <a:lnSpc>
              <a:spcPct val="90000"/>
            </a:lnSpc>
            <a:spcBef>
              <a:spcPct val="0"/>
            </a:spcBef>
            <a:spcAft>
              <a:spcPct val="35000"/>
            </a:spcAft>
            <a:buNone/>
          </a:pPr>
          <a:r>
            <a:rPr lang="he-IL" sz="1400" kern="1200" dirty="0">
              <a:latin typeface="Calibri Light"/>
            </a:rPr>
            <a:t>WAV1</a:t>
          </a:r>
        </a:p>
      </dsp:txBody>
      <dsp:txXfrm>
        <a:off x="304" y="910064"/>
        <a:ext cx="611065" cy="305532"/>
      </dsp:txXfrm>
    </dsp:sp>
    <dsp:sp modelId="{CF7AC0B9-3C06-491A-8462-77B1965CD6C7}">
      <dsp:nvSpPr>
        <dsp:cNvPr id="0" name=""/>
        <dsp:cNvSpPr/>
      </dsp:nvSpPr>
      <dsp:spPr>
        <a:xfrm>
          <a:off x="153071" y="1343920"/>
          <a:ext cx="611065" cy="30553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rtl="1">
            <a:lnSpc>
              <a:spcPct val="90000"/>
            </a:lnSpc>
            <a:spcBef>
              <a:spcPct val="0"/>
            </a:spcBef>
            <a:spcAft>
              <a:spcPct val="35000"/>
            </a:spcAft>
            <a:buNone/>
          </a:pPr>
          <a:r>
            <a:rPr lang="he-IL" sz="1400" kern="1200" dirty="0">
              <a:latin typeface="Calibri Light" panose="020F0302020204030204"/>
            </a:rPr>
            <a:t>Frame1</a:t>
          </a:r>
        </a:p>
      </dsp:txBody>
      <dsp:txXfrm>
        <a:off x="153071" y="1343920"/>
        <a:ext cx="611065" cy="305532"/>
      </dsp:txXfrm>
    </dsp:sp>
    <dsp:sp modelId="{AB4057ED-D52B-4B63-9C98-DA7D563E4EE4}">
      <dsp:nvSpPr>
        <dsp:cNvPr id="0" name=""/>
        <dsp:cNvSpPr/>
      </dsp:nvSpPr>
      <dsp:spPr>
        <a:xfrm>
          <a:off x="153071" y="1777777"/>
          <a:ext cx="611065" cy="30553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rtl="1">
            <a:lnSpc>
              <a:spcPct val="90000"/>
            </a:lnSpc>
            <a:spcBef>
              <a:spcPct val="0"/>
            </a:spcBef>
            <a:spcAft>
              <a:spcPct val="35000"/>
            </a:spcAft>
            <a:buNone/>
          </a:pPr>
          <a:r>
            <a:rPr lang="he-IL" sz="1400" kern="1200" dirty="0">
              <a:latin typeface="Calibri Light" panose="020F0302020204030204"/>
            </a:rPr>
            <a:t>Frame2</a:t>
          </a:r>
        </a:p>
      </dsp:txBody>
      <dsp:txXfrm>
        <a:off x="153071" y="1777777"/>
        <a:ext cx="611065" cy="305532"/>
      </dsp:txXfrm>
    </dsp:sp>
    <dsp:sp modelId="{7655DDCD-8136-493D-9B6B-698952DFAA27}">
      <dsp:nvSpPr>
        <dsp:cNvPr id="0" name=""/>
        <dsp:cNvSpPr/>
      </dsp:nvSpPr>
      <dsp:spPr>
        <a:xfrm>
          <a:off x="153071" y="2211634"/>
          <a:ext cx="611065" cy="30553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rtl="1">
            <a:lnSpc>
              <a:spcPct val="90000"/>
            </a:lnSpc>
            <a:spcBef>
              <a:spcPct val="0"/>
            </a:spcBef>
            <a:spcAft>
              <a:spcPct val="35000"/>
            </a:spcAft>
            <a:buNone/>
          </a:pPr>
          <a:r>
            <a:rPr lang="he-IL" sz="1400" kern="1200" dirty="0">
              <a:latin typeface="Calibri Light" panose="020F0302020204030204"/>
            </a:rPr>
            <a:t>...</a:t>
          </a:r>
        </a:p>
      </dsp:txBody>
      <dsp:txXfrm>
        <a:off x="153071" y="2211634"/>
        <a:ext cx="611065" cy="305532"/>
      </dsp:txXfrm>
    </dsp:sp>
    <dsp:sp modelId="{85798492-AAFB-439D-8B5F-574F709F85B8}">
      <dsp:nvSpPr>
        <dsp:cNvPr id="0" name=""/>
        <dsp:cNvSpPr/>
      </dsp:nvSpPr>
      <dsp:spPr>
        <a:xfrm>
          <a:off x="739694" y="910064"/>
          <a:ext cx="611065" cy="305532"/>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rtl="1">
            <a:lnSpc>
              <a:spcPct val="90000"/>
            </a:lnSpc>
            <a:spcBef>
              <a:spcPct val="0"/>
            </a:spcBef>
            <a:spcAft>
              <a:spcPct val="35000"/>
            </a:spcAft>
            <a:buNone/>
          </a:pPr>
          <a:r>
            <a:rPr lang="he-IL" sz="1400" kern="1200" dirty="0">
              <a:latin typeface="Calibri Light" panose="020F0302020204030204"/>
            </a:rPr>
            <a:t>WAV2</a:t>
          </a:r>
        </a:p>
      </dsp:txBody>
      <dsp:txXfrm>
        <a:off x="739694" y="910064"/>
        <a:ext cx="611065" cy="305532"/>
      </dsp:txXfrm>
    </dsp:sp>
    <dsp:sp modelId="{B46E043C-8B2F-4404-90AF-DD290E256957}">
      <dsp:nvSpPr>
        <dsp:cNvPr id="0" name=""/>
        <dsp:cNvSpPr/>
      </dsp:nvSpPr>
      <dsp:spPr>
        <a:xfrm>
          <a:off x="1479084" y="910064"/>
          <a:ext cx="611065" cy="305532"/>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rtl="1">
            <a:lnSpc>
              <a:spcPct val="90000"/>
            </a:lnSpc>
            <a:spcBef>
              <a:spcPct val="0"/>
            </a:spcBef>
            <a:spcAft>
              <a:spcPct val="35000"/>
            </a:spcAft>
            <a:buNone/>
          </a:pPr>
          <a:r>
            <a:rPr lang="he-IL" sz="1400" kern="1200" dirty="0">
              <a:latin typeface="Calibri Light" panose="020F0302020204030204"/>
            </a:rPr>
            <a:t>...</a:t>
          </a:r>
        </a:p>
      </dsp:txBody>
      <dsp:txXfrm>
        <a:off x="1479084" y="910064"/>
        <a:ext cx="611065" cy="305532"/>
      </dsp:txXfrm>
    </dsp:sp>
    <dsp:sp modelId="{95D52472-C1C2-44C9-B0BD-520B35A84AFB}">
      <dsp:nvSpPr>
        <dsp:cNvPr id="0" name=""/>
        <dsp:cNvSpPr/>
      </dsp:nvSpPr>
      <dsp:spPr>
        <a:xfrm>
          <a:off x="1479084" y="476207"/>
          <a:ext cx="611065" cy="305532"/>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rtl="1">
            <a:lnSpc>
              <a:spcPct val="90000"/>
            </a:lnSpc>
            <a:spcBef>
              <a:spcPct val="0"/>
            </a:spcBef>
            <a:spcAft>
              <a:spcPct val="35000"/>
            </a:spcAft>
            <a:buNone/>
          </a:pPr>
          <a:r>
            <a:rPr lang="he-IL" sz="1400" kern="1200" dirty="0">
              <a:latin typeface="Calibri Light"/>
            </a:rPr>
            <a:t>כינור</a:t>
          </a:r>
          <a:endParaRPr lang="he-IL" sz="1400" kern="1200" dirty="0"/>
        </a:p>
      </dsp:txBody>
      <dsp:txXfrm>
        <a:off x="1479084" y="476207"/>
        <a:ext cx="611065" cy="305532"/>
      </dsp:txXfrm>
    </dsp:sp>
    <dsp:sp modelId="{7DF8F16C-7AEC-4C11-A80A-CFC1D89AD271}">
      <dsp:nvSpPr>
        <dsp:cNvPr id="0" name=""/>
        <dsp:cNvSpPr/>
      </dsp:nvSpPr>
      <dsp:spPr>
        <a:xfrm>
          <a:off x="2218474" y="476207"/>
          <a:ext cx="611065" cy="305532"/>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rtl="1">
            <a:lnSpc>
              <a:spcPct val="90000"/>
            </a:lnSpc>
            <a:spcBef>
              <a:spcPct val="0"/>
            </a:spcBef>
            <a:spcAft>
              <a:spcPct val="35000"/>
            </a:spcAft>
            <a:buNone/>
          </a:pPr>
          <a:r>
            <a:rPr lang="he-IL" sz="1400" kern="1200" dirty="0">
              <a:latin typeface="Calibri Light" panose="020F0302020204030204"/>
            </a:rPr>
            <a:t>פסנתר</a:t>
          </a:r>
        </a:p>
      </dsp:txBody>
      <dsp:txXfrm>
        <a:off x="2218474" y="476207"/>
        <a:ext cx="611065" cy="305532"/>
      </dsp:txXfrm>
    </dsp:sp>
    <dsp:sp modelId="{E9615EF8-A88E-43F6-8EFA-7028C139887E}">
      <dsp:nvSpPr>
        <dsp:cNvPr id="0" name=""/>
        <dsp:cNvSpPr/>
      </dsp:nvSpPr>
      <dsp:spPr>
        <a:xfrm>
          <a:off x="2957864" y="476207"/>
          <a:ext cx="611065" cy="305532"/>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rtl="1">
            <a:lnSpc>
              <a:spcPct val="90000"/>
            </a:lnSpc>
            <a:spcBef>
              <a:spcPct val="0"/>
            </a:spcBef>
            <a:spcAft>
              <a:spcPct val="35000"/>
            </a:spcAft>
            <a:buNone/>
          </a:pPr>
          <a:r>
            <a:rPr lang="he-IL" sz="1400" kern="1200" dirty="0">
              <a:latin typeface="Calibri Light" panose="020F0302020204030204"/>
            </a:rPr>
            <a:t>...</a:t>
          </a:r>
        </a:p>
      </dsp:txBody>
      <dsp:txXfrm>
        <a:off x="2957864" y="476207"/>
        <a:ext cx="611065" cy="305532"/>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כותרת 1"/>
          <p:cNvSpPr>
            <a:spLocks noGrp="1"/>
          </p:cNvSpPr>
          <p:nvPr>
            <p:ph type="ctrTitle"/>
          </p:nvPr>
        </p:nvSpPr>
        <p:spPr>
          <a:xfrm>
            <a:off x="1524000" y="1122363"/>
            <a:ext cx="9144000" cy="2387600"/>
          </a:xfrm>
        </p:spPr>
        <p:txBody>
          <a:bodyPr anchor="b"/>
          <a:lstStyle>
            <a:lvl1pPr algn="ctr">
              <a:defRPr sz="6000"/>
            </a:lvl1pPr>
          </a:lstStyle>
          <a:p>
            <a:r>
              <a:rPr lang="he-IL"/>
              <a:t>לחץ כדי לערוך סגנון כותרת של תבנית בסיס</a:t>
            </a:r>
          </a:p>
        </p:txBody>
      </p:sp>
      <p:sp>
        <p:nvSpPr>
          <p:cNvPr id="3" name="כותרת משנה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p>
        </p:txBody>
      </p:sp>
      <p:sp>
        <p:nvSpPr>
          <p:cNvPr id="4" name="מציין מיקום של תאריך 3"/>
          <p:cNvSpPr>
            <a:spLocks noGrp="1"/>
          </p:cNvSpPr>
          <p:nvPr>
            <p:ph type="dt" sz="half" idx="10"/>
          </p:nvPr>
        </p:nvSpPr>
        <p:spPr/>
        <p:txBody>
          <a:bodyPr/>
          <a:lstStyle/>
          <a:p>
            <a:fld id="{71FBA6C2-223D-49D5-8CD2-1757D9EC7028}" type="datetimeFigureOut">
              <a:rPr lang="he-IL" smtClean="0"/>
              <a:t>כ'/אדר/תש"ף</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199E282D-D310-42D8-B8FF-78ED45A44D81}" type="slidenum">
              <a:rPr lang="he-IL" smtClean="0"/>
              <a:t>‹#›</a:t>
            </a:fld>
            <a:endParaRPr lang="he-IL"/>
          </a:p>
        </p:txBody>
      </p:sp>
    </p:spTree>
    <p:extLst>
      <p:ext uri="{BB962C8B-B14F-4D97-AF65-F5344CB8AC3E}">
        <p14:creationId xmlns:p14="http://schemas.microsoft.com/office/powerpoint/2010/main" val="29196429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תוכן 2"/>
          <p:cNvSpPr>
            <a:spLocks noGrp="1"/>
          </p:cNvSpPr>
          <p:nvPr>
            <p:ph idx="1"/>
          </p:nvPr>
        </p:nvSpPr>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fld id="{71FBA6C2-223D-49D5-8CD2-1757D9EC7028}" type="datetimeFigureOut">
              <a:rPr lang="he-IL" smtClean="0"/>
              <a:t>כ'/אדר/תש"ף</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199E282D-D310-42D8-B8FF-78ED45A44D81}" type="slidenum">
              <a:rPr lang="he-IL" smtClean="0"/>
              <a:t>‹#›</a:t>
            </a:fld>
            <a:endParaRPr lang="he-IL"/>
          </a:p>
        </p:txBody>
      </p:sp>
    </p:spTree>
    <p:extLst>
      <p:ext uri="{BB962C8B-B14F-4D97-AF65-F5344CB8AC3E}">
        <p14:creationId xmlns:p14="http://schemas.microsoft.com/office/powerpoint/2010/main" val="32399254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כותרת 1"/>
          <p:cNvSpPr>
            <a:spLocks noGrp="1"/>
          </p:cNvSpPr>
          <p:nvPr>
            <p:ph type="title"/>
          </p:nvPr>
        </p:nvSpPr>
        <p:spPr>
          <a:xfrm>
            <a:off x="831850" y="1709738"/>
            <a:ext cx="10515600" cy="2852737"/>
          </a:xfrm>
        </p:spPr>
        <p:txBody>
          <a:bodyPr anchor="b"/>
          <a:lstStyle>
            <a:lvl1pPr>
              <a:defRPr sz="6000"/>
            </a:lvl1pPr>
          </a:lstStyle>
          <a:p>
            <a:r>
              <a:rPr lang="he-IL"/>
              <a:t>לחץ כדי לערוך סגנון כותרת של תבנית בסיס</a:t>
            </a:r>
          </a:p>
        </p:txBody>
      </p:sp>
      <p:sp>
        <p:nvSpPr>
          <p:cNvPr id="3" name="מציין מיקום טקסט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he-IL"/>
              <a:t>לחץ כדי לערוך סגנונות טקסט של תבנית בסיס</a:t>
            </a:r>
          </a:p>
        </p:txBody>
      </p:sp>
      <p:sp>
        <p:nvSpPr>
          <p:cNvPr id="4" name="מציין מיקום של תאריך 3"/>
          <p:cNvSpPr>
            <a:spLocks noGrp="1"/>
          </p:cNvSpPr>
          <p:nvPr>
            <p:ph type="dt" sz="half" idx="10"/>
          </p:nvPr>
        </p:nvSpPr>
        <p:spPr/>
        <p:txBody>
          <a:bodyPr/>
          <a:lstStyle/>
          <a:p>
            <a:fld id="{71FBA6C2-223D-49D5-8CD2-1757D9EC7028}" type="datetimeFigureOut">
              <a:rPr lang="he-IL" smtClean="0"/>
              <a:t>כ'/אדר/תש"ף</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199E282D-D310-42D8-B8FF-78ED45A44D81}" type="slidenum">
              <a:rPr lang="he-IL" smtClean="0"/>
              <a:t>‹#›</a:t>
            </a:fld>
            <a:endParaRPr lang="he-IL"/>
          </a:p>
        </p:txBody>
      </p:sp>
    </p:spTree>
    <p:extLst>
      <p:ext uri="{BB962C8B-B14F-4D97-AF65-F5344CB8AC3E}">
        <p14:creationId xmlns:p14="http://schemas.microsoft.com/office/powerpoint/2010/main" val="12912683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תוכן 2"/>
          <p:cNvSpPr>
            <a:spLocks noGrp="1"/>
          </p:cNvSpPr>
          <p:nvPr>
            <p:ph sz="half" idx="1"/>
          </p:nvPr>
        </p:nvSpPr>
        <p:spPr>
          <a:xfrm>
            <a:off x="838200" y="1825625"/>
            <a:ext cx="5181600" cy="435133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תוכן 3"/>
          <p:cNvSpPr>
            <a:spLocks noGrp="1"/>
          </p:cNvSpPr>
          <p:nvPr>
            <p:ph sz="half" idx="2"/>
          </p:nvPr>
        </p:nvSpPr>
        <p:spPr>
          <a:xfrm>
            <a:off x="6172200" y="1825625"/>
            <a:ext cx="5181600" cy="435133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5" name="מציין מיקום של תאריך 4"/>
          <p:cNvSpPr>
            <a:spLocks noGrp="1"/>
          </p:cNvSpPr>
          <p:nvPr>
            <p:ph type="dt" sz="half" idx="10"/>
          </p:nvPr>
        </p:nvSpPr>
        <p:spPr/>
        <p:txBody>
          <a:bodyPr/>
          <a:lstStyle/>
          <a:p>
            <a:fld id="{71FBA6C2-223D-49D5-8CD2-1757D9EC7028}" type="datetimeFigureOut">
              <a:rPr lang="he-IL" smtClean="0"/>
              <a:t>כ'/אדר/תש"ף</a:t>
            </a:fld>
            <a:endParaRPr lang="he-IL"/>
          </a:p>
        </p:txBody>
      </p:sp>
      <p:sp>
        <p:nvSpPr>
          <p:cNvPr id="6" name="מציין מיקום של כותרת תחתונה 5"/>
          <p:cNvSpPr>
            <a:spLocks noGrp="1"/>
          </p:cNvSpPr>
          <p:nvPr>
            <p:ph type="ftr" sz="quarter" idx="11"/>
          </p:nvPr>
        </p:nvSpPr>
        <p:spPr/>
        <p:txBody>
          <a:bodyPr/>
          <a:lstStyle/>
          <a:p>
            <a:endParaRPr lang="he-IL"/>
          </a:p>
        </p:txBody>
      </p:sp>
      <p:sp>
        <p:nvSpPr>
          <p:cNvPr id="7" name="מציין מיקום של מספר שקופית 6"/>
          <p:cNvSpPr>
            <a:spLocks noGrp="1"/>
          </p:cNvSpPr>
          <p:nvPr>
            <p:ph type="sldNum" sz="quarter" idx="12"/>
          </p:nvPr>
        </p:nvSpPr>
        <p:spPr/>
        <p:txBody>
          <a:bodyPr/>
          <a:lstStyle/>
          <a:p>
            <a:fld id="{199E282D-D310-42D8-B8FF-78ED45A44D81}" type="slidenum">
              <a:rPr lang="he-IL" smtClean="0"/>
              <a:t>‹#›</a:t>
            </a:fld>
            <a:endParaRPr lang="he-IL"/>
          </a:p>
        </p:txBody>
      </p:sp>
    </p:spTree>
    <p:extLst>
      <p:ext uri="{BB962C8B-B14F-4D97-AF65-F5344CB8AC3E}">
        <p14:creationId xmlns:p14="http://schemas.microsoft.com/office/powerpoint/2010/main" val="21066512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365125"/>
            <a:ext cx="10515600" cy="1325563"/>
          </a:xfrm>
        </p:spPr>
        <p:txBody>
          <a:bodyPr/>
          <a:lstStyle/>
          <a:p>
            <a:r>
              <a:rPr lang="he-IL"/>
              <a:t>לחץ כדי לערוך סגנון כותרת של תבנית בסיס</a:t>
            </a:r>
          </a:p>
        </p:txBody>
      </p:sp>
      <p:sp>
        <p:nvSpPr>
          <p:cNvPr id="3" name="מציין מיקום טקסט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4" name="מציין מיקום תוכן 3"/>
          <p:cNvSpPr>
            <a:spLocks noGrp="1"/>
          </p:cNvSpPr>
          <p:nvPr>
            <p:ph sz="half" idx="2"/>
          </p:nvPr>
        </p:nvSpPr>
        <p:spPr>
          <a:xfrm>
            <a:off x="839788" y="2505075"/>
            <a:ext cx="5157787" cy="368458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5" name="מציין מיקום טקסט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6" name="מציין מיקום תוכן 5"/>
          <p:cNvSpPr>
            <a:spLocks noGrp="1"/>
          </p:cNvSpPr>
          <p:nvPr>
            <p:ph sz="quarter" idx="4"/>
          </p:nvPr>
        </p:nvSpPr>
        <p:spPr>
          <a:xfrm>
            <a:off x="6172200" y="2505075"/>
            <a:ext cx="5183188" cy="368458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7" name="מציין מיקום של תאריך 6"/>
          <p:cNvSpPr>
            <a:spLocks noGrp="1"/>
          </p:cNvSpPr>
          <p:nvPr>
            <p:ph type="dt" sz="half" idx="10"/>
          </p:nvPr>
        </p:nvSpPr>
        <p:spPr/>
        <p:txBody>
          <a:bodyPr/>
          <a:lstStyle/>
          <a:p>
            <a:fld id="{71FBA6C2-223D-49D5-8CD2-1757D9EC7028}" type="datetimeFigureOut">
              <a:rPr lang="he-IL" smtClean="0"/>
              <a:t>כ'/אדר/תש"ף</a:t>
            </a:fld>
            <a:endParaRPr lang="he-IL"/>
          </a:p>
        </p:txBody>
      </p:sp>
      <p:sp>
        <p:nvSpPr>
          <p:cNvPr id="8" name="מציין מיקום של כותרת תחתונה 7"/>
          <p:cNvSpPr>
            <a:spLocks noGrp="1"/>
          </p:cNvSpPr>
          <p:nvPr>
            <p:ph type="ftr" sz="quarter" idx="11"/>
          </p:nvPr>
        </p:nvSpPr>
        <p:spPr/>
        <p:txBody>
          <a:bodyPr/>
          <a:lstStyle/>
          <a:p>
            <a:endParaRPr lang="he-IL"/>
          </a:p>
        </p:txBody>
      </p:sp>
      <p:sp>
        <p:nvSpPr>
          <p:cNvPr id="9" name="מציין מיקום של מספר שקופית 8"/>
          <p:cNvSpPr>
            <a:spLocks noGrp="1"/>
          </p:cNvSpPr>
          <p:nvPr>
            <p:ph type="sldNum" sz="quarter" idx="12"/>
          </p:nvPr>
        </p:nvSpPr>
        <p:spPr/>
        <p:txBody>
          <a:bodyPr/>
          <a:lstStyle/>
          <a:p>
            <a:fld id="{199E282D-D310-42D8-B8FF-78ED45A44D81}" type="slidenum">
              <a:rPr lang="he-IL" smtClean="0"/>
              <a:t>‹#›</a:t>
            </a:fld>
            <a:endParaRPr lang="he-IL"/>
          </a:p>
        </p:txBody>
      </p:sp>
    </p:spTree>
    <p:extLst>
      <p:ext uri="{BB962C8B-B14F-4D97-AF65-F5344CB8AC3E}">
        <p14:creationId xmlns:p14="http://schemas.microsoft.com/office/powerpoint/2010/main" val="40874198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של תאריך 2"/>
          <p:cNvSpPr>
            <a:spLocks noGrp="1"/>
          </p:cNvSpPr>
          <p:nvPr>
            <p:ph type="dt" sz="half" idx="10"/>
          </p:nvPr>
        </p:nvSpPr>
        <p:spPr/>
        <p:txBody>
          <a:bodyPr/>
          <a:lstStyle/>
          <a:p>
            <a:fld id="{71FBA6C2-223D-49D5-8CD2-1757D9EC7028}" type="datetimeFigureOut">
              <a:rPr lang="he-IL" smtClean="0"/>
              <a:t>כ'/אדר/תש"ף</a:t>
            </a:fld>
            <a:endParaRPr lang="he-IL"/>
          </a:p>
        </p:txBody>
      </p:sp>
      <p:sp>
        <p:nvSpPr>
          <p:cNvPr id="4" name="מציין מיקום של כותרת תחתונה 3"/>
          <p:cNvSpPr>
            <a:spLocks noGrp="1"/>
          </p:cNvSpPr>
          <p:nvPr>
            <p:ph type="ftr" sz="quarter" idx="11"/>
          </p:nvPr>
        </p:nvSpPr>
        <p:spPr/>
        <p:txBody>
          <a:bodyPr/>
          <a:lstStyle/>
          <a:p>
            <a:endParaRPr lang="he-IL"/>
          </a:p>
        </p:txBody>
      </p:sp>
      <p:sp>
        <p:nvSpPr>
          <p:cNvPr id="5" name="מציין מיקום של מספר שקופית 4"/>
          <p:cNvSpPr>
            <a:spLocks noGrp="1"/>
          </p:cNvSpPr>
          <p:nvPr>
            <p:ph type="sldNum" sz="quarter" idx="12"/>
          </p:nvPr>
        </p:nvSpPr>
        <p:spPr/>
        <p:txBody>
          <a:bodyPr/>
          <a:lstStyle/>
          <a:p>
            <a:fld id="{199E282D-D310-42D8-B8FF-78ED45A44D81}" type="slidenum">
              <a:rPr lang="he-IL" smtClean="0"/>
              <a:t>‹#›</a:t>
            </a:fld>
            <a:endParaRPr lang="he-IL"/>
          </a:p>
        </p:txBody>
      </p:sp>
    </p:spTree>
    <p:extLst>
      <p:ext uri="{BB962C8B-B14F-4D97-AF65-F5344CB8AC3E}">
        <p14:creationId xmlns:p14="http://schemas.microsoft.com/office/powerpoint/2010/main" val="1952090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מציין מיקום של תאריך 1"/>
          <p:cNvSpPr>
            <a:spLocks noGrp="1"/>
          </p:cNvSpPr>
          <p:nvPr>
            <p:ph type="dt" sz="half" idx="10"/>
          </p:nvPr>
        </p:nvSpPr>
        <p:spPr/>
        <p:txBody>
          <a:bodyPr/>
          <a:lstStyle/>
          <a:p>
            <a:fld id="{71FBA6C2-223D-49D5-8CD2-1757D9EC7028}" type="datetimeFigureOut">
              <a:rPr lang="he-IL" smtClean="0"/>
              <a:t>כ'/אדר/תש"ף</a:t>
            </a:fld>
            <a:endParaRPr lang="he-IL"/>
          </a:p>
        </p:txBody>
      </p:sp>
      <p:sp>
        <p:nvSpPr>
          <p:cNvPr id="3" name="מציין מיקום של כותרת תחתונה 2"/>
          <p:cNvSpPr>
            <a:spLocks noGrp="1"/>
          </p:cNvSpPr>
          <p:nvPr>
            <p:ph type="ftr" sz="quarter" idx="11"/>
          </p:nvPr>
        </p:nvSpPr>
        <p:spPr/>
        <p:txBody>
          <a:bodyPr/>
          <a:lstStyle/>
          <a:p>
            <a:endParaRPr lang="he-IL"/>
          </a:p>
        </p:txBody>
      </p:sp>
      <p:sp>
        <p:nvSpPr>
          <p:cNvPr id="4" name="מציין מיקום של מספר שקופית 3"/>
          <p:cNvSpPr>
            <a:spLocks noGrp="1"/>
          </p:cNvSpPr>
          <p:nvPr>
            <p:ph type="sldNum" sz="quarter" idx="12"/>
          </p:nvPr>
        </p:nvSpPr>
        <p:spPr/>
        <p:txBody>
          <a:bodyPr/>
          <a:lstStyle/>
          <a:p>
            <a:fld id="{199E282D-D310-42D8-B8FF-78ED45A44D81}" type="slidenum">
              <a:rPr lang="he-IL" smtClean="0"/>
              <a:t>‹#›</a:t>
            </a:fld>
            <a:endParaRPr lang="he-IL"/>
          </a:p>
        </p:txBody>
      </p:sp>
    </p:spTree>
    <p:extLst>
      <p:ext uri="{BB962C8B-B14F-4D97-AF65-F5344CB8AC3E}">
        <p14:creationId xmlns:p14="http://schemas.microsoft.com/office/powerpoint/2010/main" val="29606685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תוכן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טקסט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מציין מיקום של תאריך 4"/>
          <p:cNvSpPr>
            <a:spLocks noGrp="1"/>
          </p:cNvSpPr>
          <p:nvPr>
            <p:ph type="dt" sz="half" idx="10"/>
          </p:nvPr>
        </p:nvSpPr>
        <p:spPr/>
        <p:txBody>
          <a:bodyPr/>
          <a:lstStyle/>
          <a:p>
            <a:fld id="{71FBA6C2-223D-49D5-8CD2-1757D9EC7028}" type="datetimeFigureOut">
              <a:rPr lang="he-IL" smtClean="0"/>
              <a:t>כ'/אדר/תש"ף</a:t>
            </a:fld>
            <a:endParaRPr lang="he-IL"/>
          </a:p>
        </p:txBody>
      </p:sp>
      <p:sp>
        <p:nvSpPr>
          <p:cNvPr id="6" name="מציין מיקום של כותרת תחתונה 5"/>
          <p:cNvSpPr>
            <a:spLocks noGrp="1"/>
          </p:cNvSpPr>
          <p:nvPr>
            <p:ph type="ftr" sz="quarter" idx="11"/>
          </p:nvPr>
        </p:nvSpPr>
        <p:spPr/>
        <p:txBody>
          <a:bodyPr/>
          <a:lstStyle/>
          <a:p>
            <a:endParaRPr lang="he-IL"/>
          </a:p>
        </p:txBody>
      </p:sp>
      <p:sp>
        <p:nvSpPr>
          <p:cNvPr id="7" name="מציין מיקום של מספר שקופית 6"/>
          <p:cNvSpPr>
            <a:spLocks noGrp="1"/>
          </p:cNvSpPr>
          <p:nvPr>
            <p:ph type="sldNum" sz="quarter" idx="12"/>
          </p:nvPr>
        </p:nvSpPr>
        <p:spPr/>
        <p:txBody>
          <a:bodyPr/>
          <a:lstStyle/>
          <a:p>
            <a:fld id="{199E282D-D310-42D8-B8FF-78ED45A44D81}" type="slidenum">
              <a:rPr lang="he-IL" smtClean="0"/>
              <a:t>‹#›</a:t>
            </a:fld>
            <a:endParaRPr lang="he-IL"/>
          </a:p>
        </p:txBody>
      </p:sp>
    </p:spTree>
    <p:extLst>
      <p:ext uri="{BB962C8B-B14F-4D97-AF65-F5344CB8AC3E}">
        <p14:creationId xmlns:p14="http://schemas.microsoft.com/office/powerpoint/2010/main" val="257841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של תמונה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e-IL"/>
          </a:p>
        </p:txBody>
      </p:sp>
      <p:sp>
        <p:nvSpPr>
          <p:cNvPr id="4" name="מציין מיקום טקסט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מציין מיקום של תאריך 4"/>
          <p:cNvSpPr>
            <a:spLocks noGrp="1"/>
          </p:cNvSpPr>
          <p:nvPr>
            <p:ph type="dt" sz="half" idx="10"/>
          </p:nvPr>
        </p:nvSpPr>
        <p:spPr/>
        <p:txBody>
          <a:bodyPr/>
          <a:lstStyle/>
          <a:p>
            <a:fld id="{71FBA6C2-223D-49D5-8CD2-1757D9EC7028}" type="datetimeFigureOut">
              <a:rPr lang="he-IL" smtClean="0"/>
              <a:t>כ'/אדר/תש"ף</a:t>
            </a:fld>
            <a:endParaRPr lang="he-IL"/>
          </a:p>
        </p:txBody>
      </p:sp>
      <p:sp>
        <p:nvSpPr>
          <p:cNvPr id="6" name="מציין מיקום של כותרת תחתונה 5"/>
          <p:cNvSpPr>
            <a:spLocks noGrp="1"/>
          </p:cNvSpPr>
          <p:nvPr>
            <p:ph type="ftr" sz="quarter" idx="11"/>
          </p:nvPr>
        </p:nvSpPr>
        <p:spPr/>
        <p:txBody>
          <a:bodyPr/>
          <a:lstStyle/>
          <a:p>
            <a:endParaRPr lang="he-IL"/>
          </a:p>
        </p:txBody>
      </p:sp>
      <p:sp>
        <p:nvSpPr>
          <p:cNvPr id="7" name="מציין מיקום של מספר שקופית 6"/>
          <p:cNvSpPr>
            <a:spLocks noGrp="1"/>
          </p:cNvSpPr>
          <p:nvPr>
            <p:ph type="sldNum" sz="quarter" idx="12"/>
          </p:nvPr>
        </p:nvSpPr>
        <p:spPr/>
        <p:txBody>
          <a:bodyPr/>
          <a:lstStyle/>
          <a:p>
            <a:fld id="{199E282D-D310-42D8-B8FF-78ED45A44D81}" type="slidenum">
              <a:rPr lang="he-IL" smtClean="0"/>
              <a:t>‹#›</a:t>
            </a:fld>
            <a:endParaRPr lang="he-IL"/>
          </a:p>
        </p:txBody>
      </p:sp>
    </p:spTree>
    <p:extLst>
      <p:ext uri="{BB962C8B-B14F-4D97-AF65-F5344CB8AC3E}">
        <p14:creationId xmlns:p14="http://schemas.microsoft.com/office/powerpoint/2010/main" val="10934627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של טקסט אנכי 2"/>
          <p:cNvSpPr>
            <a:spLocks noGrp="1"/>
          </p:cNvSpPr>
          <p:nvPr>
            <p:ph type="body" orient="vert" idx="1"/>
          </p:nvPr>
        </p:nvSpPr>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fld id="{71FBA6C2-223D-49D5-8CD2-1757D9EC7028}" type="datetimeFigureOut">
              <a:rPr lang="he-IL" smtClean="0"/>
              <a:t>כ'/אדר/תש"ף</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199E282D-D310-42D8-B8FF-78ED45A44D81}" type="slidenum">
              <a:rPr lang="he-IL" smtClean="0"/>
              <a:t>‹#›</a:t>
            </a:fld>
            <a:endParaRPr lang="he-IL"/>
          </a:p>
        </p:txBody>
      </p:sp>
    </p:spTree>
    <p:extLst>
      <p:ext uri="{BB962C8B-B14F-4D97-AF65-F5344CB8AC3E}">
        <p14:creationId xmlns:p14="http://schemas.microsoft.com/office/powerpoint/2010/main" val="36304308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כותרת אנכית 1"/>
          <p:cNvSpPr>
            <a:spLocks noGrp="1"/>
          </p:cNvSpPr>
          <p:nvPr>
            <p:ph type="title" orient="vert"/>
          </p:nvPr>
        </p:nvSpPr>
        <p:spPr>
          <a:xfrm>
            <a:off x="8724900" y="365125"/>
            <a:ext cx="2628900" cy="5811838"/>
          </a:xfrm>
        </p:spPr>
        <p:txBody>
          <a:bodyPr vert="eaVert"/>
          <a:lstStyle/>
          <a:p>
            <a:r>
              <a:rPr lang="he-IL"/>
              <a:t>לחץ כדי לערוך סגנון כותרת של תבנית בסיס</a:t>
            </a:r>
          </a:p>
        </p:txBody>
      </p:sp>
      <p:sp>
        <p:nvSpPr>
          <p:cNvPr id="3" name="מציין מיקום של טקסט אנכי 2"/>
          <p:cNvSpPr>
            <a:spLocks noGrp="1"/>
          </p:cNvSpPr>
          <p:nvPr>
            <p:ph type="body" orient="vert" idx="1"/>
          </p:nvPr>
        </p:nvSpPr>
        <p:spPr>
          <a:xfrm>
            <a:off x="838200" y="365125"/>
            <a:ext cx="7734300" cy="5811838"/>
          </a:xfrm>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fld id="{71FBA6C2-223D-49D5-8CD2-1757D9EC7028}" type="datetimeFigureOut">
              <a:rPr lang="he-IL" smtClean="0"/>
              <a:t>כ'/אדר/תש"ף</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199E282D-D310-42D8-B8FF-78ED45A44D81}" type="slidenum">
              <a:rPr lang="he-IL" smtClean="0"/>
              <a:t>‹#›</a:t>
            </a:fld>
            <a:endParaRPr lang="he-IL"/>
          </a:p>
        </p:txBody>
      </p:sp>
    </p:spTree>
    <p:extLst>
      <p:ext uri="{BB962C8B-B14F-4D97-AF65-F5344CB8AC3E}">
        <p14:creationId xmlns:p14="http://schemas.microsoft.com/office/powerpoint/2010/main" val="36041243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1"/>
          <p:cNvSpPr>
            <a:spLocks noGrp="1"/>
          </p:cNvSpPr>
          <p:nvPr>
            <p:ph type="title"/>
          </p:nvPr>
        </p:nvSpPr>
        <p:spPr>
          <a:xfrm>
            <a:off x="838200" y="365125"/>
            <a:ext cx="10515600" cy="1325563"/>
          </a:xfrm>
          <a:prstGeom prst="rect">
            <a:avLst/>
          </a:prstGeom>
        </p:spPr>
        <p:txBody>
          <a:bodyPr vert="horz" lIns="91440" tIns="45720" rIns="91440" bIns="45720" rtlCol="1" anchor="ctr">
            <a:normAutofit/>
          </a:bodyPr>
          <a:lstStyle/>
          <a:p>
            <a:r>
              <a:rPr lang="he-IL"/>
              <a:t>לחץ כדי לערוך סגנון כותרת של תבנית בסיס</a:t>
            </a:r>
          </a:p>
        </p:txBody>
      </p:sp>
      <p:sp>
        <p:nvSpPr>
          <p:cNvPr id="3" name="מציין מיקום טקסט 2"/>
          <p:cNvSpPr>
            <a:spLocks noGrp="1"/>
          </p:cNvSpPr>
          <p:nvPr>
            <p:ph type="body" idx="1"/>
          </p:nvPr>
        </p:nvSpPr>
        <p:spPr>
          <a:xfrm>
            <a:off x="838200" y="1825625"/>
            <a:ext cx="10515600" cy="4351338"/>
          </a:xfrm>
          <a:prstGeom prst="rect">
            <a:avLst/>
          </a:prstGeom>
        </p:spPr>
        <p:txBody>
          <a:bodyPr vert="horz" lIns="91440" tIns="45720" rIns="91440" bIns="45720" rtlCol="1">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2"/>
          </p:nvPr>
        </p:nvSpPr>
        <p:spPr>
          <a:xfrm>
            <a:off x="8610600" y="6356350"/>
            <a:ext cx="2743200" cy="365125"/>
          </a:xfrm>
          <a:prstGeom prst="rect">
            <a:avLst/>
          </a:prstGeom>
        </p:spPr>
        <p:txBody>
          <a:bodyPr vert="horz" lIns="91440" tIns="45720" rIns="91440" bIns="45720" rtlCol="1" anchor="ctr"/>
          <a:lstStyle>
            <a:lvl1pPr algn="r">
              <a:defRPr sz="1200">
                <a:solidFill>
                  <a:schemeClr val="tx1">
                    <a:tint val="75000"/>
                  </a:schemeClr>
                </a:solidFill>
              </a:defRPr>
            </a:lvl1pPr>
          </a:lstStyle>
          <a:p>
            <a:fld id="{71FBA6C2-223D-49D5-8CD2-1757D9EC7028}" type="datetimeFigureOut">
              <a:rPr lang="he-IL" smtClean="0"/>
              <a:t>כ'/אדר/תש"ף</a:t>
            </a:fld>
            <a:endParaRPr lang="he-IL"/>
          </a:p>
        </p:txBody>
      </p:sp>
      <p:sp>
        <p:nvSpPr>
          <p:cNvPr id="5" name="מציין מיקום של כותרת תחתונה 4"/>
          <p:cNvSpPr>
            <a:spLocks noGrp="1"/>
          </p:cNvSpPr>
          <p:nvPr>
            <p:ph type="ftr" sz="quarter" idx="3"/>
          </p:nvPr>
        </p:nvSpPr>
        <p:spPr>
          <a:xfrm>
            <a:off x="4038600" y="6356350"/>
            <a:ext cx="4114800" cy="365125"/>
          </a:xfrm>
          <a:prstGeom prst="rect">
            <a:avLst/>
          </a:prstGeom>
        </p:spPr>
        <p:txBody>
          <a:bodyPr vert="horz" lIns="91440" tIns="45720" rIns="91440" bIns="45720" rtlCol="1" anchor="ctr"/>
          <a:lstStyle>
            <a:lvl1pPr algn="ctr">
              <a:defRPr sz="1200">
                <a:solidFill>
                  <a:schemeClr val="tx1">
                    <a:tint val="75000"/>
                  </a:schemeClr>
                </a:solidFill>
              </a:defRPr>
            </a:lvl1pPr>
          </a:lstStyle>
          <a:p>
            <a:endParaRPr lang="he-IL"/>
          </a:p>
        </p:txBody>
      </p:sp>
      <p:sp>
        <p:nvSpPr>
          <p:cNvPr id="6" name="מציין מיקום של מספר שקופית 5"/>
          <p:cNvSpPr>
            <a:spLocks noGrp="1"/>
          </p:cNvSpPr>
          <p:nvPr>
            <p:ph type="sldNum" sz="quarter" idx="4"/>
          </p:nvPr>
        </p:nvSpPr>
        <p:spPr>
          <a:xfrm>
            <a:off x="838200" y="6356350"/>
            <a:ext cx="2743200" cy="365125"/>
          </a:xfrm>
          <a:prstGeom prst="rect">
            <a:avLst/>
          </a:prstGeom>
        </p:spPr>
        <p:txBody>
          <a:bodyPr vert="horz" lIns="91440" tIns="45720" rIns="91440" bIns="45720" rtlCol="1" anchor="ctr"/>
          <a:lstStyle>
            <a:lvl1pPr algn="l">
              <a:defRPr sz="1200">
                <a:solidFill>
                  <a:schemeClr val="tx1">
                    <a:tint val="75000"/>
                  </a:schemeClr>
                </a:solidFill>
              </a:defRPr>
            </a:lvl1pPr>
          </a:lstStyle>
          <a:p>
            <a:fld id="{199E282D-D310-42D8-B8FF-78ED45A44D81}" type="slidenum">
              <a:rPr lang="he-IL" smtClean="0"/>
              <a:t>‹#›</a:t>
            </a:fld>
            <a:endParaRPr lang="he-IL"/>
          </a:p>
        </p:txBody>
      </p:sp>
    </p:spTree>
    <p:extLst>
      <p:ext uri="{BB962C8B-B14F-4D97-AF65-F5344CB8AC3E}">
        <p14:creationId xmlns:p14="http://schemas.microsoft.com/office/powerpoint/2010/main" val="29958961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diagramLayout" Target="../diagrams/layout2.xml"/><Relationship Id="rId13" Type="http://schemas.openxmlformats.org/officeDocument/2006/relationships/image" Target="../media/image3.jpeg"/><Relationship Id="rId18" Type="http://schemas.openxmlformats.org/officeDocument/2006/relationships/image" Target="../media/image8.jpeg"/><Relationship Id="rId3" Type="http://schemas.openxmlformats.org/officeDocument/2006/relationships/diagramLayout" Target="../diagrams/layout1.xml"/><Relationship Id="rId7" Type="http://schemas.openxmlformats.org/officeDocument/2006/relationships/diagramData" Target="../diagrams/data2.xml"/><Relationship Id="rId12" Type="http://schemas.openxmlformats.org/officeDocument/2006/relationships/image" Target="../media/image2.png"/><Relationship Id="rId17" Type="http://schemas.openxmlformats.org/officeDocument/2006/relationships/image" Target="../media/image7.svg"/><Relationship Id="rId2" Type="http://schemas.openxmlformats.org/officeDocument/2006/relationships/diagramData" Target="../diagrams/data1.xml"/><Relationship Id="rId16" Type="http://schemas.openxmlformats.org/officeDocument/2006/relationships/image" Target="../media/image6.png"/><Relationship Id="rId1" Type="http://schemas.openxmlformats.org/officeDocument/2006/relationships/slideLayout" Target="../slideLayouts/slideLayout2.xml"/><Relationship Id="rId6" Type="http://schemas.microsoft.com/office/2007/relationships/diagramDrawing" Target="../diagrams/drawing1.xml"/><Relationship Id="rId11" Type="http://schemas.microsoft.com/office/2007/relationships/diagramDrawing" Target="../diagrams/drawing2.xml"/><Relationship Id="rId5" Type="http://schemas.openxmlformats.org/officeDocument/2006/relationships/diagramColors" Target="../diagrams/colors1.xml"/><Relationship Id="rId15" Type="http://schemas.openxmlformats.org/officeDocument/2006/relationships/image" Target="../media/image5.jpeg"/><Relationship Id="rId10" Type="http://schemas.openxmlformats.org/officeDocument/2006/relationships/diagramColors" Target="../diagrams/colors2.xml"/><Relationship Id="rId4" Type="http://schemas.openxmlformats.org/officeDocument/2006/relationships/diagramQuickStyle" Target="../diagrams/quickStyle1.xml"/><Relationship Id="rId9" Type="http://schemas.openxmlformats.org/officeDocument/2006/relationships/diagramQuickStyle" Target="../diagrams/quickStyle2.xml"/><Relationship Id="rId14" Type="http://schemas.openxmlformats.org/officeDocument/2006/relationships/image" Target="../media/image4.jpeg"/></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8.jpeg"/><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תיבת טקסט 5">
            <a:extLst>
              <a:ext uri="{FF2B5EF4-FFF2-40B4-BE49-F238E27FC236}">
                <a16:creationId xmlns:a16="http://schemas.microsoft.com/office/drawing/2014/main" id="{5929D9A4-B6EF-4A99-AF1C-853124329553}"/>
              </a:ext>
            </a:extLst>
          </p:cNvPr>
          <p:cNvSpPr txBox="1"/>
          <p:nvPr/>
        </p:nvSpPr>
        <p:spPr>
          <a:xfrm>
            <a:off x="914401" y="2829427"/>
            <a:ext cx="10513593" cy="2031325"/>
          </a:xfrm>
          <a:prstGeom prst="rect">
            <a:avLst/>
          </a:prstGeom>
          <a:noFill/>
        </p:spPr>
        <p:txBody>
          <a:bodyPr rot="0" spcFirstLastPara="0" vertOverflow="overflow" horzOverflow="overflow" vert="horz" wrap="square" lIns="91440" tIns="45720" rIns="91440" bIns="45720" numCol="1" spcCol="0" rtlCol="1" fromWordArt="0" anchor="t" anchorCtr="0" forceAA="0" compatLnSpc="1">
            <a:prstTxWarp prst="textNoShape">
              <a:avLst/>
            </a:prstTxWarp>
            <a:spAutoFit/>
          </a:bodyPr>
          <a:lstStyle/>
          <a:p>
            <a:pPr algn="ctr"/>
            <a:endParaRPr lang="en-US" dirty="0"/>
          </a:p>
          <a:p>
            <a:pPr algn="ctr"/>
            <a:r>
              <a:rPr lang="he-IL" sz="2400" dirty="0">
                <a:latin typeface="David"/>
                <a:ea typeface="+mn-lt"/>
                <a:cs typeface="David"/>
              </a:rPr>
              <a:t>זיהוי מאפיינים </a:t>
            </a:r>
            <a:r>
              <a:rPr lang="he-IL" sz="2400" dirty="0" err="1">
                <a:latin typeface="David"/>
                <a:ea typeface="+mn-lt"/>
                <a:cs typeface="David"/>
              </a:rPr>
              <a:t>פסיכואקוסטיים</a:t>
            </a:r>
            <a:r>
              <a:rPr lang="he-IL" sz="2400" dirty="0">
                <a:latin typeface="David"/>
                <a:ea typeface="+mn-lt"/>
                <a:cs typeface="David"/>
              </a:rPr>
              <a:t> מתוך מידע המיוצג חזותית</a:t>
            </a:r>
            <a:endParaRPr lang="he-IL" sz="2400">
              <a:latin typeface="David"/>
              <a:cs typeface="David"/>
            </a:endParaRPr>
          </a:p>
          <a:p>
            <a:pPr algn="ctr"/>
            <a:br>
              <a:rPr lang="en-US" sz="2400" dirty="0">
                <a:latin typeface="David"/>
              </a:rPr>
            </a:br>
            <a:r>
              <a:rPr lang="he-IL" sz="2400" dirty="0" err="1">
                <a:latin typeface="David"/>
                <a:ea typeface="+mn-lt"/>
                <a:cs typeface="David"/>
              </a:rPr>
              <a:t>Identifying</a:t>
            </a:r>
            <a:r>
              <a:rPr lang="he-IL" sz="2400" dirty="0">
                <a:latin typeface="David"/>
                <a:ea typeface="+mn-lt"/>
                <a:cs typeface="David"/>
              </a:rPr>
              <a:t> </a:t>
            </a:r>
            <a:r>
              <a:rPr lang="he-IL" sz="2400" dirty="0" err="1">
                <a:latin typeface="David"/>
                <a:ea typeface="+mn-lt"/>
                <a:cs typeface="David"/>
              </a:rPr>
              <a:t>Psychoactive</a:t>
            </a:r>
            <a:r>
              <a:rPr lang="he-IL" sz="2400" dirty="0">
                <a:latin typeface="David"/>
                <a:ea typeface="+mn-lt"/>
                <a:cs typeface="David"/>
              </a:rPr>
              <a:t> </a:t>
            </a:r>
            <a:r>
              <a:rPr lang="he-IL" sz="2400" dirty="0" err="1">
                <a:latin typeface="David"/>
                <a:ea typeface="+mn-lt"/>
                <a:cs typeface="David"/>
              </a:rPr>
              <a:t>Characteristics</a:t>
            </a:r>
            <a:r>
              <a:rPr lang="he-IL" sz="2400" dirty="0">
                <a:latin typeface="David"/>
                <a:ea typeface="+mn-lt"/>
                <a:cs typeface="David"/>
              </a:rPr>
              <a:t> </a:t>
            </a:r>
            <a:r>
              <a:rPr lang="he-IL" sz="2400" dirty="0" err="1">
                <a:latin typeface="David"/>
                <a:ea typeface="+mn-lt"/>
                <a:cs typeface="David"/>
              </a:rPr>
              <a:t>From</a:t>
            </a:r>
            <a:r>
              <a:rPr lang="he-IL" sz="2400" dirty="0">
                <a:latin typeface="David"/>
                <a:ea typeface="+mn-lt"/>
                <a:cs typeface="David"/>
              </a:rPr>
              <a:t> </a:t>
            </a:r>
            <a:r>
              <a:rPr lang="he-IL" sz="2400" dirty="0" err="1">
                <a:latin typeface="David"/>
                <a:ea typeface="+mn-lt"/>
                <a:cs typeface="David"/>
              </a:rPr>
              <a:t>Visually</a:t>
            </a:r>
            <a:r>
              <a:rPr lang="he-IL" sz="2400" dirty="0">
                <a:latin typeface="David"/>
                <a:ea typeface="+mn-lt"/>
                <a:cs typeface="David"/>
              </a:rPr>
              <a:t> </a:t>
            </a:r>
            <a:r>
              <a:rPr lang="he-IL" sz="2400" dirty="0" err="1">
                <a:latin typeface="David"/>
                <a:ea typeface="+mn-lt"/>
                <a:cs typeface="David"/>
              </a:rPr>
              <a:t>Represented</a:t>
            </a:r>
            <a:r>
              <a:rPr lang="he-IL" sz="2400" dirty="0">
                <a:latin typeface="David"/>
                <a:ea typeface="+mn-lt"/>
                <a:cs typeface="David"/>
              </a:rPr>
              <a:t> </a:t>
            </a:r>
            <a:r>
              <a:rPr lang="he-IL" sz="2400" dirty="0" err="1">
                <a:latin typeface="David"/>
                <a:ea typeface="+mn-lt"/>
                <a:cs typeface="David"/>
              </a:rPr>
              <a:t>Information</a:t>
            </a:r>
            <a:endParaRPr lang="he-IL" sz="2400">
              <a:latin typeface="David"/>
              <a:cs typeface="David"/>
            </a:endParaRPr>
          </a:p>
          <a:p>
            <a:pPr algn="l"/>
            <a:br>
              <a:rPr lang="en-US" dirty="0"/>
            </a:br>
            <a:endParaRPr lang="en-US" dirty="0"/>
          </a:p>
        </p:txBody>
      </p:sp>
      <p:sp>
        <p:nvSpPr>
          <p:cNvPr id="7" name="תיבת טקסט 6">
            <a:extLst>
              <a:ext uri="{FF2B5EF4-FFF2-40B4-BE49-F238E27FC236}">
                <a16:creationId xmlns:a16="http://schemas.microsoft.com/office/drawing/2014/main" id="{079C0843-7C05-4863-AF1D-A18992FC2B3B}"/>
              </a:ext>
            </a:extLst>
          </p:cNvPr>
          <p:cNvSpPr txBox="1"/>
          <p:nvPr/>
        </p:nvSpPr>
        <p:spPr>
          <a:xfrm>
            <a:off x="4476249" y="5168065"/>
            <a:ext cx="3064042" cy="1477328"/>
          </a:xfrm>
          <a:prstGeom prst="rect">
            <a:avLst/>
          </a:prstGeom>
          <a:noFill/>
        </p:spPr>
        <p:txBody>
          <a:bodyPr rot="0" spcFirstLastPara="0" vertOverflow="overflow" horzOverflow="overflow" vert="horz" wrap="square" lIns="91440" tIns="45720" rIns="91440" bIns="45720" numCol="1" spcCol="0" rtlCol="1" fromWordArt="0" anchor="t" anchorCtr="0" forceAA="0" compatLnSpc="1">
            <a:prstTxWarp prst="textNoShape">
              <a:avLst/>
            </a:prstTxWarp>
            <a:spAutoFit/>
          </a:bodyPr>
          <a:lstStyle/>
          <a:p>
            <a:pPr algn="ctr"/>
            <a:r>
              <a:rPr lang="he-IL" dirty="0">
                <a:latin typeface="David"/>
                <a:ea typeface="+mn-lt"/>
                <a:cs typeface="David"/>
              </a:rPr>
              <a:t>ניב דביר              ת.ז. 300814019</a:t>
            </a:r>
            <a:endParaRPr lang="he-IL">
              <a:latin typeface="David"/>
              <a:cs typeface="David"/>
            </a:endParaRPr>
          </a:p>
          <a:p>
            <a:pPr algn="ctr"/>
            <a:r>
              <a:rPr lang="he-IL" dirty="0">
                <a:latin typeface="David"/>
                <a:ea typeface="+mn-lt"/>
                <a:cs typeface="David"/>
              </a:rPr>
              <a:t>שקד </a:t>
            </a:r>
            <a:r>
              <a:rPr lang="he-IL" dirty="0" err="1">
                <a:latin typeface="David"/>
                <a:ea typeface="+mn-lt"/>
                <a:cs typeface="David"/>
              </a:rPr>
              <a:t>גוטריימן</a:t>
            </a:r>
            <a:r>
              <a:rPr lang="he-IL" dirty="0">
                <a:latin typeface="David"/>
                <a:ea typeface="+mn-lt"/>
                <a:cs typeface="David"/>
              </a:rPr>
              <a:t>     ת.ז. 200863231</a:t>
            </a:r>
            <a:endParaRPr lang="he-IL">
              <a:latin typeface="David"/>
              <a:cs typeface="David"/>
            </a:endParaRPr>
          </a:p>
          <a:p>
            <a:pPr algn="ctr"/>
            <a:br>
              <a:rPr lang="en-US" dirty="0">
                <a:latin typeface="David"/>
              </a:rPr>
            </a:br>
            <a:r>
              <a:rPr lang="en-US" b="1" dirty="0" err="1">
                <a:latin typeface="David"/>
                <a:ea typeface="+mn-lt"/>
                <a:cs typeface="+mn-lt"/>
              </a:rPr>
              <a:t>בהנחיית</a:t>
            </a:r>
            <a:r>
              <a:rPr lang="en-US" b="1" dirty="0">
                <a:latin typeface="David"/>
                <a:ea typeface="+mn-lt"/>
                <a:cs typeface="+mn-lt"/>
              </a:rPr>
              <a:t>: </a:t>
            </a:r>
            <a:r>
              <a:rPr lang="en-US" b="1" dirty="0" err="1">
                <a:latin typeface="David"/>
                <a:ea typeface="+mn-lt"/>
                <a:cs typeface="+mn-lt"/>
              </a:rPr>
              <a:t>פרופ</a:t>
            </a:r>
            <a:r>
              <a:rPr lang="en-US" b="1" dirty="0">
                <a:latin typeface="David"/>
                <a:ea typeface="+mn-lt"/>
                <a:cs typeface="+mn-lt"/>
              </a:rPr>
              <a:t>' </a:t>
            </a:r>
            <a:r>
              <a:rPr lang="en-US" b="1" dirty="0" err="1">
                <a:latin typeface="David"/>
                <a:ea typeface="+mn-lt"/>
                <a:cs typeface="+mn-lt"/>
              </a:rPr>
              <a:t>אורי</a:t>
            </a:r>
            <a:r>
              <a:rPr lang="en-US" b="1" dirty="0">
                <a:latin typeface="David"/>
                <a:ea typeface="+mn-lt"/>
                <a:cs typeface="+mn-lt"/>
              </a:rPr>
              <a:t> </a:t>
            </a:r>
            <a:r>
              <a:rPr lang="en-US" b="1" dirty="0" err="1">
                <a:latin typeface="David"/>
                <a:ea typeface="+mn-lt"/>
                <a:cs typeface="+mn-lt"/>
              </a:rPr>
              <a:t>מחלב</a:t>
            </a:r>
            <a:br>
              <a:rPr lang="en-US" dirty="0">
                <a:latin typeface="David"/>
              </a:rPr>
            </a:br>
            <a:endParaRPr lang="en-US">
              <a:latin typeface="David"/>
              <a:cs typeface="Calibri"/>
            </a:endParaRPr>
          </a:p>
        </p:txBody>
      </p:sp>
      <p:sp>
        <p:nvSpPr>
          <p:cNvPr id="8" name="תיבת טקסט 7">
            <a:extLst>
              <a:ext uri="{FF2B5EF4-FFF2-40B4-BE49-F238E27FC236}">
                <a16:creationId xmlns:a16="http://schemas.microsoft.com/office/drawing/2014/main" id="{0526F1D8-84B3-4B55-85F0-F251BE3A6C82}"/>
              </a:ext>
            </a:extLst>
          </p:cNvPr>
          <p:cNvSpPr txBox="1"/>
          <p:nvPr/>
        </p:nvSpPr>
        <p:spPr>
          <a:xfrm>
            <a:off x="5722019" y="979571"/>
            <a:ext cx="2743200" cy="369332"/>
          </a:xfrm>
          <a:prstGeom prst="rect">
            <a:avLst/>
          </a:prstGeom>
          <a:noFill/>
        </p:spPr>
        <p:txBody>
          <a:bodyPr rot="0" spcFirstLastPara="0" vertOverflow="overflow" horzOverflow="overflow" vert="horz" wrap="square" lIns="91440" tIns="45720" rIns="91440" bIns="45720" numCol="1" spcCol="0" rtlCol="1" fromWordArt="0" anchor="t" anchorCtr="0" forceAA="0" compatLnSpc="1">
            <a:prstTxWarp prst="textNoShape">
              <a:avLst/>
            </a:prstTxWarp>
            <a:spAutoFit/>
          </a:bodyPr>
          <a:lstStyle/>
          <a:p>
            <a:pPr algn="l"/>
            <a:endParaRPr lang="he-IL" dirty="0">
              <a:cs typeface="Arial"/>
            </a:endParaRPr>
          </a:p>
        </p:txBody>
      </p:sp>
      <p:pic>
        <p:nvPicPr>
          <p:cNvPr id="9" name="תמונה 9" descr="תמונה שמכילה מזון&#10;&#10;תיאור שנוצר ברמת מהימנות גבוהה מאוד">
            <a:extLst>
              <a:ext uri="{FF2B5EF4-FFF2-40B4-BE49-F238E27FC236}">
                <a16:creationId xmlns:a16="http://schemas.microsoft.com/office/drawing/2014/main" id="{4E55B5B2-CF3A-4DE1-A588-571644169D75}"/>
              </a:ext>
            </a:extLst>
          </p:cNvPr>
          <p:cNvPicPr>
            <a:picLocks noChangeAspect="1"/>
          </p:cNvPicPr>
          <p:nvPr/>
        </p:nvPicPr>
        <p:blipFill>
          <a:blip r:embed="rId2"/>
          <a:stretch>
            <a:fillRect/>
          </a:stretch>
        </p:blipFill>
        <p:spPr>
          <a:xfrm>
            <a:off x="4724400" y="379461"/>
            <a:ext cx="2743200" cy="1807814"/>
          </a:xfrm>
          <a:prstGeom prst="rect">
            <a:avLst/>
          </a:prstGeom>
        </p:spPr>
      </p:pic>
    </p:spTree>
    <p:extLst>
      <p:ext uri="{BB962C8B-B14F-4D97-AF65-F5344CB8AC3E}">
        <p14:creationId xmlns:p14="http://schemas.microsoft.com/office/powerpoint/2010/main" val="24784019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56DA1823-B1B6-4E35-A1BC-58DC32F211A1}"/>
              </a:ext>
            </a:extLst>
          </p:cNvPr>
          <p:cNvSpPr>
            <a:spLocks noGrp="1"/>
          </p:cNvSpPr>
          <p:nvPr>
            <p:ph type="title"/>
          </p:nvPr>
        </p:nvSpPr>
        <p:spPr>
          <a:xfrm>
            <a:off x="838200" y="74362"/>
            <a:ext cx="10515600" cy="874379"/>
          </a:xfrm>
        </p:spPr>
        <p:txBody>
          <a:bodyPr/>
          <a:lstStyle/>
          <a:p>
            <a:r>
              <a:rPr lang="he-IL" dirty="0">
                <a:ea typeface="+mj-lt"/>
                <a:cs typeface="+mj-lt"/>
              </a:rPr>
              <a:t>רקע </a:t>
            </a:r>
            <a:r>
              <a:rPr lang="he-IL" dirty="0" err="1">
                <a:ea typeface="+mj-lt"/>
                <a:cs typeface="+mj-lt"/>
              </a:rPr>
              <a:t>ורציונאל</a:t>
            </a:r>
            <a:endParaRPr lang="he-IL" dirty="0" err="1">
              <a:cs typeface="Calibri Light"/>
            </a:endParaRPr>
          </a:p>
        </p:txBody>
      </p:sp>
      <p:sp>
        <p:nvSpPr>
          <p:cNvPr id="7" name="מציין מיקום תוכן 6">
            <a:extLst>
              <a:ext uri="{FF2B5EF4-FFF2-40B4-BE49-F238E27FC236}">
                <a16:creationId xmlns:a16="http://schemas.microsoft.com/office/drawing/2014/main" id="{A40EE38A-E855-459D-B1F4-0E2DECC6AE07}"/>
              </a:ext>
            </a:extLst>
          </p:cNvPr>
          <p:cNvSpPr>
            <a:spLocks noGrp="1"/>
          </p:cNvSpPr>
          <p:nvPr>
            <p:ph idx="1"/>
          </p:nvPr>
        </p:nvSpPr>
        <p:spPr>
          <a:xfrm>
            <a:off x="838200" y="953335"/>
            <a:ext cx="10515600" cy="5454232"/>
          </a:xfrm>
        </p:spPr>
        <p:txBody>
          <a:bodyPr vert="horz" lIns="91440" tIns="45720" rIns="91440" bIns="45720" rtlCol="1" anchor="t">
            <a:normAutofit/>
          </a:bodyPr>
          <a:lstStyle/>
          <a:p>
            <a:r>
              <a:rPr lang="he-IL" sz="2000" dirty="0">
                <a:latin typeface="David"/>
                <a:ea typeface="+mn-lt"/>
                <a:cs typeface="David"/>
              </a:rPr>
              <a:t>בשנים האחרונות יש התפתחות טכנולוגית גדולה בעיקר במובנים העוסקים במידע חזותי ושמיעתי.</a:t>
            </a:r>
          </a:p>
          <a:p>
            <a:r>
              <a:rPr lang="he-IL" sz="2000" dirty="0">
                <a:latin typeface="David"/>
                <a:cs typeface="David"/>
              </a:rPr>
              <a:t>בני אדם מסוגלים להבחין באספקטים מסוים בתווך הנשמע ובתווך הנראה. חלק גדול מההתפתחות הטכנולוגית נובע מהתמקדות של מערכות אלו לצרכים אנושיים.</a:t>
            </a:r>
          </a:p>
          <a:p>
            <a:r>
              <a:rPr lang="he-IL" sz="2000" dirty="0">
                <a:latin typeface="David"/>
                <a:ea typeface="+mn-lt"/>
                <a:cs typeface="David"/>
              </a:rPr>
              <a:t>לא ידוע על ניסיון להציג את החלקים המשמעותיים לאדם בתחום השמיעתי דווקא דרך התווך הנראה באמצעות העתקה של פרמטרים קריטיים אלו, למקבילים אפשריים בתחום הנראה. </a:t>
            </a:r>
          </a:p>
          <a:p>
            <a:r>
              <a:rPr lang="he-IL" sz="2000" dirty="0">
                <a:latin typeface="David"/>
                <a:ea typeface="+mn-lt"/>
                <a:cs typeface="David"/>
              </a:rPr>
              <a:t>אנו מניחים כי התמרת מידע הנקלט בין חושי האדם, תוכל לקדם אותנו בכל הקשור להבנת האופן בו המידע נקלט ע"י אברי החישה כמו גם לאופן בו הוא מיוצג במוח.</a:t>
            </a:r>
          </a:p>
          <a:p>
            <a:r>
              <a:rPr lang="he-IL" sz="2000" dirty="0">
                <a:latin typeface="David"/>
                <a:ea typeface="+mn-lt"/>
                <a:cs typeface="David"/>
              </a:rPr>
              <a:t>כאן אנו באים לבחון מודל ראשוני המתוכנן על בסיס מציאת המבנה האנטומי של שבלול האוזן, אשר בעזרתו נבחן מידע מחולץ מאות שמע, כתכונות להצגה של אובייקטים גרפים(תמונות)  והקרנתם לקבוצת צופים כך שיוכלו לזהות את המידע שהתקבל מקטע שמע עפ"י הצגת מצג ויזואלי ואף להבחין בין סוגי המידע השמיעתיים השונים(מלודיה וגוון).אובייקטים גרפים אלו ישמשו עבורנו כמעין "בנק תמונות" המסווגים עפ"י הקריטריונים שהגדרנו.</a:t>
            </a:r>
            <a:endParaRPr lang="en-US" dirty="0">
              <a:latin typeface="Calibri"/>
              <a:cs typeface="Calibri"/>
            </a:endParaRPr>
          </a:p>
          <a:p>
            <a:r>
              <a:rPr lang="he-IL" sz="2000" dirty="0">
                <a:latin typeface="Calibri"/>
                <a:ea typeface="+mn-lt"/>
                <a:cs typeface="Calibri"/>
              </a:rPr>
              <a:t>ב</a:t>
            </a:r>
            <a:r>
              <a:rPr lang="he-IL" sz="2000" dirty="0">
                <a:latin typeface="David"/>
                <a:ea typeface="+mn-lt"/>
                <a:cs typeface="David"/>
              </a:rPr>
              <a:t>מסגרת המחקר ניסינו לייצר התאמה בין מערכת ממוחשבת של DL לבין המוח האנושי, כך שהם יהיו בעלי יכולת אינטרפרטציה זהה ככל הניתן של תכני שמע אשר </a:t>
            </a:r>
            <a:r>
              <a:rPr lang="he-IL" sz="2000" dirty="0" err="1">
                <a:latin typeface="David"/>
                <a:ea typeface="+mn-lt"/>
                <a:cs typeface="David"/>
              </a:rPr>
              <a:t>הותמרו</a:t>
            </a:r>
            <a:r>
              <a:rPr lang="he-IL" sz="2000" dirty="0">
                <a:latin typeface="David"/>
                <a:ea typeface="+mn-lt"/>
                <a:cs typeface="David"/>
              </a:rPr>
              <a:t> לתמונה.</a:t>
            </a:r>
            <a:endParaRPr lang="en-US" dirty="0">
              <a:latin typeface="David"/>
              <a:ea typeface="+mn-lt"/>
              <a:cs typeface="David"/>
            </a:endParaRPr>
          </a:p>
          <a:p>
            <a:r>
              <a:rPr lang="en-US" sz="2000" dirty="0" err="1">
                <a:latin typeface="David"/>
                <a:ea typeface="+mn-lt"/>
                <a:cs typeface="+mn-lt"/>
              </a:rPr>
              <a:t>מערכת</a:t>
            </a:r>
            <a:r>
              <a:rPr lang="en-US" sz="2000" dirty="0">
                <a:latin typeface="David"/>
                <a:ea typeface="+mn-lt"/>
                <a:cs typeface="+mn-lt"/>
              </a:rPr>
              <a:t> ה-DL </a:t>
            </a:r>
            <a:r>
              <a:rPr lang="en-US" sz="2000" dirty="0" err="1">
                <a:latin typeface="David"/>
                <a:ea typeface="+mn-lt"/>
                <a:cs typeface="+mn-lt"/>
              </a:rPr>
              <a:t>שלנו</a:t>
            </a:r>
            <a:r>
              <a:rPr lang="en-US" sz="2000" dirty="0">
                <a:latin typeface="David"/>
                <a:ea typeface="+mn-lt"/>
                <a:cs typeface="+mn-lt"/>
              </a:rPr>
              <a:t> </a:t>
            </a:r>
            <a:r>
              <a:rPr lang="en-US" sz="2000" dirty="0" err="1">
                <a:latin typeface="David"/>
                <a:ea typeface="+mn-lt"/>
                <a:cs typeface="+mn-lt"/>
              </a:rPr>
              <a:t>מבוססת</a:t>
            </a:r>
            <a:r>
              <a:rPr lang="en-US" sz="2000" dirty="0">
                <a:latin typeface="David"/>
                <a:ea typeface="+mn-lt"/>
                <a:cs typeface="+mn-lt"/>
              </a:rPr>
              <a:t> </a:t>
            </a:r>
            <a:r>
              <a:rPr lang="en-US" sz="2000" dirty="0" err="1">
                <a:latin typeface="David"/>
                <a:ea typeface="+mn-lt"/>
                <a:cs typeface="+mn-lt"/>
              </a:rPr>
              <a:t>עפ"י</a:t>
            </a:r>
            <a:r>
              <a:rPr lang="en-US" sz="2000" dirty="0">
                <a:latin typeface="David"/>
                <a:ea typeface="+mn-lt"/>
                <a:cs typeface="+mn-lt"/>
              </a:rPr>
              <a:t> </a:t>
            </a:r>
            <a:r>
              <a:rPr lang="en-US" sz="2000" dirty="0" err="1">
                <a:latin typeface="David"/>
                <a:ea typeface="+mn-lt"/>
                <a:cs typeface="+mn-lt"/>
              </a:rPr>
              <a:t>שני</a:t>
            </a:r>
            <a:r>
              <a:rPr lang="en-US" sz="2000" dirty="0">
                <a:latin typeface="David"/>
                <a:ea typeface="+mn-lt"/>
                <a:cs typeface="+mn-lt"/>
              </a:rPr>
              <a:t> </a:t>
            </a:r>
            <a:r>
              <a:rPr lang="en-US" sz="2000" dirty="0" err="1">
                <a:latin typeface="David"/>
                <a:ea typeface="+mn-lt"/>
                <a:cs typeface="+mn-lt"/>
              </a:rPr>
              <a:t>מודלי</a:t>
            </a:r>
            <a:r>
              <a:rPr lang="en-US" sz="2000" dirty="0">
                <a:latin typeface="David"/>
                <a:ea typeface="+mn-lt"/>
                <a:cs typeface="+mn-lt"/>
              </a:rPr>
              <a:t> </a:t>
            </a:r>
            <a:r>
              <a:rPr lang="en-US" sz="2000" dirty="0" err="1">
                <a:latin typeface="David"/>
                <a:ea typeface="+mn-lt"/>
                <a:cs typeface="+mn-lt"/>
              </a:rPr>
              <a:t>רשתות</a:t>
            </a:r>
            <a:r>
              <a:rPr lang="en-US" sz="2000" dirty="0">
                <a:latin typeface="David"/>
                <a:ea typeface="+mn-lt"/>
                <a:cs typeface="+mn-lt"/>
              </a:rPr>
              <a:t> </a:t>
            </a:r>
            <a:r>
              <a:rPr lang="en-US" sz="2000" dirty="0" err="1">
                <a:latin typeface="David"/>
                <a:ea typeface="+mn-lt"/>
                <a:cs typeface="+mn-lt"/>
              </a:rPr>
              <a:t>מובילים</a:t>
            </a:r>
            <a:r>
              <a:rPr lang="en-US" sz="2000" dirty="0">
                <a:latin typeface="David"/>
                <a:ea typeface="+mn-lt"/>
                <a:cs typeface="+mn-lt"/>
              </a:rPr>
              <a:t> </a:t>
            </a:r>
            <a:r>
              <a:rPr lang="en-US" sz="2000" dirty="0" err="1">
                <a:latin typeface="David"/>
                <a:ea typeface="+mn-lt"/>
                <a:cs typeface="+mn-lt"/>
              </a:rPr>
              <a:t>בתחום</a:t>
            </a:r>
            <a:r>
              <a:rPr lang="en-US" sz="2000" dirty="0">
                <a:latin typeface="David"/>
                <a:ea typeface="+mn-lt"/>
                <a:cs typeface="+mn-lt"/>
              </a:rPr>
              <a:t>: </a:t>
            </a:r>
            <a:r>
              <a:rPr lang="en-US" sz="2000" dirty="0" err="1">
                <a:latin typeface="David"/>
                <a:ea typeface="+mn-lt"/>
                <a:cs typeface="+mn-lt"/>
              </a:rPr>
              <a:t>AlexNet</a:t>
            </a:r>
            <a:r>
              <a:rPr lang="en-US" sz="2000" dirty="0">
                <a:latin typeface="David"/>
                <a:ea typeface="+mn-lt"/>
                <a:cs typeface="+mn-lt"/>
              </a:rPr>
              <a:t> ו-  </a:t>
            </a:r>
            <a:r>
              <a:rPr lang="en-US" sz="2000" dirty="0" err="1">
                <a:latin typeface="David"/>
                <a:ea typeface="+mn-lt"/>
                <a:cs typeface="+mn-lt"/>
              </a:rPr>
              <a:t>GoogLeNet</a:t>
            </a:r>
            <a:r>
              <a:rPr lang="en-US" sz="2000" dirty="0">
                <a:latin typeface="David"/>
                <a:ea typeface="+mn-lt"/>
                <a:cs typeface="+mn-lt"/>
              </a:rPr>
              <a:t>. </a:t>
            </a:r>
            <a:r>
              <a:rPr lang="en-US" sz="2000" dirty="0" err="1">
                <a:latin typeface="David"/>
                <a:ea typeface="+mn-lt"/>
                <a:cs typeface="+mn-lt"/>
              </a:rPr>
              <a:t>בעזרתם</a:t>
            </a:r>
            <a:r>
              <a:rPr lang="en-US" sz="2000" dirty="0">
                <a:latin typeface="David"/>
                <a:ea typeface="+mn-lt"/>
                <a:cs typeface="+mn-lt"/>
              </a:rPr>
              <a:t> </a:t>
            </a:r>
            <a:r>
              <a:rPr lang="en-US" sz="2000" dirty="0" err="1">
                <a:latin typeface="David"/>
                <a:ea typeface="+mn-lt"/>
                <a:cs typeface="+mn-lt"/>
              </a:rPr>
              <a:t>נבחן</a:t>
            </a:r>
            <a:r>
              <a:rPr lang="en-US" sz="2000" dirty="0">
                <a:latin typeface="David"/>
                <a:ea typeface="+mn-lt"/>
                <a:cs typeface="+mn-lt"/>
              </a:rPr>
              <a:t> </a:t>
            </a:r>
            <a:r>
              <a:rPr lang="en-US" sz="2000" dirty="0" err="1">
                <a:latin typeface="David"/>
                <a:ea typeface="+mn-lt"/>
                <a:cs typeface="+mn-lt"/>
              </a:rPr>
              <a:t>את</a:t>
            </a:r>
            <a:r>
              <a:rPr lang="en-US" sz="2000" dirty="0">
                <a:latin typeface="David"/>
                <a:ea typeface="+mn-lt"/>
                <a:cs typeface="+mn-lt"/>
              </a:rPr>
              <a:t> </a:t>
            </a:r>
            <a:r>
              <a:rPr lang="en-US" sz="2000" dirty="0" err="1">
                <a:latin typeface="David"/>
                <a:ea typeface="+mn-lt"/>
                <a:cs typeface="+mn-lt"/>
              </a:rPr>
              <a:t>יכולתה</a:t>
            </a:r>
            <a:r>
              <a:rPr lang="en-US" sz="2000" dirty="0">
                <a:latin typeface="David"/>
                <a:ea typeface="+mn-lt"/>
                <a:cs typeface="+mn-lt"/>
              </a:rPr>
              <a:t> </a:t>
            </a:r>
            <a:r>
              <a:rPr lang="en-US" sz="2000" dirty="0" err="1">
                <a:latin typeface="David"/>
                <a:ea typeface="+mn-lt"/>
                <a:cs typeface="+mn-lt"/>
              </a:rPr>
              <a:t>להבחין</a:t>
            </a:r>
            <a:r>
              <a:rPr lang="en-US" sz="2000" dirty="0">
                <a:latin typeface="David"/>
                <a:ea typeface="+mn-lt"/>
                <a:cs typeface="+mn-lt"/>
              </a:rPr>
              <a:t> </a:t>
            </a:r>
            <a:r>
              <a:rPr lang="en-US" sz="2000" dirty="0" err="1">
                <a:latin typeface="David"/>
                <a:ea typeface="+mn-lt"/>
                <a:cs typeface="+mn-lt"/>
              </a:rPr>
              <a:t>בין</a:t>
            </a:r>
            <a:r>
              <a:rPr lang="en-US" sz="2000" dirty="0">
                <a:latin typeface="David"/>
                <a:ea typeface="+mn-lt"/>
                <a:cs typeface="+mn-lt"/>
              </a:rPr>
              <a:t> </a:t>
            </a:r>
            <a:r>
              <a:rPr lang="en-US" sz="2000" dirty="0" err="1">
                <a:latin typeface="David"/>
                <a:ea typeface="+mn-lt"/>
                <a:cs typeface="+mn-lt"/>
              </a:rPr>
              <a:t>שני</a:t>
            </a:r>
            <a:r>
              <a:rPr lang="en-US" sz="2000" dirty="0">
                <a:latin typeface="David"/>
                <a:ea typeface="+mn-lt"/>
                <a:cs typeface="+mn-lt"/>
              </a:rPr>
              <a:t> </a:t>
            </a:r>
            <a:r>
              <a:rPr lang="en-US" sz="2000" dirty="0" err="1">
                <a:latin typeface="David"/>
                <a:ea typeface="+mn-lt"/>
                <a:cs typeface="+mn-lt"/>
              </a:rPr>
              <a:t>קריטריונים</a:t>
            </a:r>
            <a:r>
              <a:rPr lang="en-US" sz="2000" dirty="0">
                <a:latin typeface="David"/>
                <a:ea typeface="+mn-lt"/>
                <a:cs typeface="+mn-lt"/>
              </a:rPr>
              <a:t>: </a:t>
            </a:r>
            <a:r>
              <a:rPr lang="en-US" sz="2000" dirty="0" err="1">
                <a:latin typeface="David"/>
                <a:ea typeface="+mn-lt"/>
                <a:cs typeface="+mn-lt"/>
              </a:rPr>
              <a:t>מלודיה</a:t>
            </a:r>
            <a:r>
              <a:rPr lang="en-US" sz="2000" dirty="0">
                <a:latin typeface="David"/>
                <a:ea typeface="+mn-lt"/>
                <a:cs typeface="+mn-lt"/>
              </a:rPr>
              <a:t> </a:t>
            </a:r>
            <a:r>
              <a:rPr lang="en-US" sz="2000" dirty="0" err="1">
                <a:latin typeface="David"/>
                <a:ea typeface="+mn-lt"/>
                <a:cs typeface="+mn-lt"/>
              </a:rPr>
              <a:t>וגוון</a:t>
            </a:r>
            <a:r>
              <a:rPr lang="en-US" sz="2000" dirty="0">
                <a:latin typeface="David"/>
                <a:ea typeface="+mn-lt"/>
                <a:cs typeface="+mn-lt"/>
              </a:rPr>
              <a:t>, </a:t>
            </a:r>
            <a:r>
              <a:rPr lang="en-US" sz="2000" dirty="0" err="1">
                <a:latin typeface="David"/>
                <a:ea typeface="+mn-lt"/>
                <a:cs typeface="+mn-lt"/>
              </a:rPr>
              <a:t>באמצעות</a:t>
            </a:r>
            <a:r>
              <a:rPr lang="en-US" sz="2000" dirty="0">
                <a:latin typeface="David"/>
                <a:ea typeface="+mn-lt"/>
                <a:cs typeface="+mn-lt"/>
              </a:rPr>
              <a:t> </a:t>
            </a:r>
            <a:r>
              <a:rPr lang="en-US" sz="2000" dirty="0" err="1">
                <a:latin typeface="David"/>
                <a:ea typeface="+mn-lt"/>
                <a:cs typeface="+mn-lt"/>
              </a:rPr>
              <a:t>מידע</a:t>
            </a:r>
            <a:r>
              <a:rPr lang="en-US" sz="2000" dirty="0">
                <a:latin typeface="David"/>
                <a:ea typeface="+mn-lt"/>
                <a:cs typeface="+mn-lt"/>
              </a:rPr>
              <a:t> </a:t>
            </a:r>
            <a:r>
              <a:rPr lang="en-US" sz="2000" dirty="0" err="1">
                <a:latin typeface="David"/>
                <a:ea typeface="+mn-lt"/>
                <a:cs typeface="+mn-lt"/>
              </a:rPr>
              <a:t>חזותי</a:t>
            </a:r>
            <a:r>
              <a:rPr lang="en-US" sz="2000" dirty="0">
                <a:latin typeface="David"/>
                <a:ea typeface="+mn-lt"/>
                <a:cs typeface="+mn-lt"/>
              </a:rPr>
              <a:t> </a:t>
            </a:r>
            <a:r>
              <a:rPr lang="en-US" sz="2000" dirty="0" err="1">
                <a:latin typeface="David"/>
                <a:ea typeface="+mn-lt"/>
                <a:cs typeface="+mn-lt"/>
              </a:rPr>
              <a:t>בלבד</a:t>
            </a:r>
            <a:r>
              <a:rPr lang="en-US" sz="2000" dirty="0">
                <a:latin typeface="David"/>
                <a:ea typeface="+mn-lt"/>
                <a:cs typeface="+mn-lt"/>
              </a:rPr>
              <a:t>.</a:t>
            </a:r>
            <a:endParaRPr lang="en-US" sz="2000" dirty="0">
              <a:latin typeface="David"/>
              <a:cs typeface="Calibri"/>
            </a:endParaRPr>
          </a:p>
        </p:txBody>
      </p:sp>
    </p:spTree>
    <p:extLst>
      <p:ext uri="{BB962C8B-B14F-4D97-AF65-F5344CB8AC3E}">
        <p14:creationId xmlns:p14="http://schemas.microsoft.com/office/powerpoint/2010/main" val="40671189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D9FEAD3E-7848-41F6-8E7D-78D19F602365}"/>
              </a:ext>
            </a:extLst>
          </p:cNvPr>
          <p:cNvSpPr>
            <a:spLocks noGrp="1"/>
          </p:cNvSpPr>
          <p:nvPr>
            <p:ph type="title"/>
          </p:nvPr>
        </p:nvSpPr>
        <p:spPr>
          <a:xfrm>
            <a:off x="838200" y="365125"/>
            <a:ext cx="10515600" cy="734011"/>
          </a:xfrm>
        </p:spPr>
        <p:txBody>
          <a:bodyPr/>
          <a:lstStyle/>
          <a:p>
            <a:r>
              <a:rPr lang="he-IL" dirty="0">
                <a:cs typeface="Calibri Light"/>
              </a:rPr>
              <a:t>שבלול האוזן כמודל מיפוי</a:t>
            </a:r>
          </a:p>
        </p:txBody>
      </p:sp>
      <p:sp>
        <p:nvSpPr>
          <p:cNvPr id="5" name="מציין מיקום תוכן 4">
            <a:extLst>
              <a:ext uri="{FF2B5EF4-FFF2-40B4-BE49-F238E27FC236}">
                <a16:creationId xmlns:a16="http://schemas.microsoft.com/office/drawing/2014/main" id="{E807877D-F28F-4C98-8F55-08E898A1C8A8}"/>
              </a:ext>
            </a:extLst>
          </p:cNvPr>
          <p:cNvSpPr>
            <a:spLocks noGrp="1"/>
          </p:cNvSpPr>
          <p:nvPr>
            <p:ph idx="1"/>
          </p:nvPr>
        </p:nvSpPr>
        <p:spPr>
          <a:xfrm>
            <a:off x="838200" y="1264152"/>
            <a:ext cx="10515600" cy="4912811"/>
          </a:xfrm>
        </p:spPr>
        <p:txBody>
          <a:bodyPr vert="horz" lIns="91440" tIns="45720" rIns="91440" bIns="45720" rtlCol="1" anchor="t">
            <a:normAutofit/>
          </a:bodyPr>
          <a:lstStyle/>
          <a:p>
            <a:r>
              <a:rPr lang="he-IL" sz="1400">
                <a:latin typeface="David"/>
                <a:cs typeface="David"/>
              </a:rPr>
              <a:t>כאמור, המודל  שיצרנו התמקד בניסיון להציג מידע שמיעתי בעזרת כלים חזותיים.</a:t>
            </a:r>
            <a:endParaRPr lang="en-US" sz="1400">
              <a:latin typeface="Calibri" panose="020F0502020204030204"/>
              <a:cs typeface="Calibri" panose="020F0502020204030204"/>
            </a:endParaRPr>
          </a:p>
          <a:p>
            <a:r>
              <a:rPr lang="he-IL" sz="1400">
                <a:latin typeface="David"/>
                <a:cs typeface="David"/>
              </a:rPr>
              <a:t>לשם כך, נעזרנו בעקרונות הרמוניים מובהקים מתורת המוסיקה, ובעזרת טריקים גרפים שונים דאגנו להבליט את המידע הוויזואלי הספציפי המקביל לזה השמיעתי אשר האוזן רגישה לו יתר על המידה.</a:t>
            </a:r>
            <a:endParaRPr lang="en-US" sz="1400">
              <a:ea typeface="+mn-lt"/>
              <a:cs typeface="+mn-lt"/>
            </a:endParaRPr>
          </a:p>
          <a:p>
            <a:r>
              <a:rPr lang="he-IL" sz="1400">
                <a:latin typeface="David"/>
                <a:cs typeface="David"/>
              </a:rPr>
              <a:t>רצינו שרעשים בעלי משמעות הרמונית ובעלי אספקטים מותאמים למבנה האוזן האנושית</a:t>
            </a:r>
            <a:endParaRPr lang="he-IL" sz="1400">
              <a:latin typeface="Calibri" panose="020F0502020204030204"/>
              <a:cs typeface="Arial" panose="020B0604020202020204" pitchFamily="34" charset="0"/>
            </a:endParaRPr>
          </a:p>
          <a:p>
            <a:r>
              <a:rPr lang="he-IL" sz="1400">
                <a:latin typeface="David"/>
                <a:cs typeface="David"/>
              </a:rPr>
              <a:t> לדוגמה, אקורד דו אשר ממוקם באוקטאבה הממופה בשבלול האוזן, במספר רב של עצבים, ייוצג על גבי המסך כחותם ברור ומורגש ובכך חשבנו לנסות ולחקות את היכולת להבדיל בין רעש כללי, לבין צליל שלם המופק מכלי נגינה כלשהו.</a:t>
            </a:r>
            <a:endParaRPr lang="he-IL" sz="1400">
              <a:cs typeface="Arial"/>
            </a:endParaRPr>
          </a:p>
        </p:txBody>
      </p:sp>
    </p:spTree>
    <p:extLst>
      <p:ext uri="{BB962C8B-B14F-4D97-AF65-F5344CB8AC3E}">
        <p14:creationId xmlns:p14="http://schemas.microsoft.com/office/powerpoint/2010/main" val="2450242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C7DD1B54-47BE-4EDD-8477-32E279E33349}"/>
              </a:ext>
            </a:extLst>
          </p:cNvPr>
          <p:cNvSpPr>
            <a:spLocks noGrp="1"/>
          </p:cNvSpPr>
          <p:nvPr>
            <p:ph type="title"/>
          </p:nvPr>
        </p:nvSpPr>
        <p:spPr/>
        <p:txBody>
          <a:bodyPr/>
          <a:lstStyle/>
          <a:p>
            <a:r>
              <a:rPr lang="he-IL" b="1" u="sng" dirty="0" err="1">
                <a:ea typeface="+mj-lt"/>
                <a:cs typeface="+mj-lt"/>
              </a:rPr>
              <a:t>Topological</a:t>
            </a:r>
            <a:r>
              <a:rPr lang="he-IL" b="1" u="sng" dirty="0">
                <a:ea typeface="+mj-lt"/>
                <a:cs typeface="+mj-lt"/>
              </a:rPr>
              <a:t> </a:t>
            </a:r>
            <a:r>
              <a:rPr lang="he-IL" b="1" u="sng" dirty="0" err="1">
                <a:ea typeface="+mj-lt"/>
                <a:cs typeface="+mj-lt"/>
              </a:rPr>
              <a:t>Map</a:t>
            </a:r>
            <a:r>
              <a:rPr lang="he-IL" b="1" u="sng" dirty="0">
                <a:ea typeface="+mj-lt"/>
                <a:cs typeface="+mj-lt"/>
              </a:rPr>
              <a:t> </a:t>
            </a:r>
            <a:r>
              <a:rPr lang="he-IL" b="1" u="sng" dirty="0" err="1">
                <a:ea typeface="+mj-lt"/>
                <a:cs typeface="+mj-lt"/>
              </a:rPr>
              <a:t>Of</a:t>
            </a:r>
            <a:r>
              <a:rPr lang="he-IL" b="1" u="sng" dirty="0">
                <a:ea typeface="+mj-lt"/>
                <a:cs typeface="+mj-lt"/>
              </a:rPr>
              <a:t> </a:t>
            </a:r>
            <a:r>
              <a:rPr lang="he-IL" b="1" u="sng" dirty="0" err="1">
                <a:ea typeface="+mj-lt"/>
                <a:cs typeface="+mj-lt"/>
              </a:rPr>
              <a:t>The</a:t>
            </a:r>
            <a:r>
              <a:rPr lang="he-IL" b="1" u="sng" dirty="0">
                <a:ea typeface="+mj-lt"/>
                <a:cs typeface="+mj-lt"/>
              </a:rPr>
              <a:t> </a:t>
            </a:r>
            <a:r>
              <a:rPr lang="he-IL" b="1" u="sng" dirty="0" err="1">
                <a:ea typeface="+mj-lt"/>
                <a:cs typeface="+mj-lt"/>
              </a:rPr>
              <a:t>system</a:t>
            </a:r>
            <a:endParaRPr lang="he-IL" dirty="0" err="1"/>
          </a:p>
        </p:txBody>
      </p:sp>
      <p:sp>
        <p:nvSpPr>
          <p:cNvPr id="3" name="מציין מיקום תוכן 2">
            <a:extLst>
              <a:ext uri="{FF2B5EF4-FFF2-40B4-BE49-F238E27FC236}">
                <a16:creationId xmlns:a16="http://schemas.microsoft.com/office/drawing/2014/main" id="{99C816AF-990F-471C-B25B-A0F5EEE66712}"/>
              </a:ext>
            </a:extLst>
          </p:cNvPr>
          <p:cNvSpPr>
            <a:spLocks noGrp="1"/>
          </p:cNvSpPr>
          <p:nvPr>
            <p:ph idx="1"/>
          </p:nvPr>
        </p:nvSpPr>
        <p:spPr/>
        <p:txBody>
          <a:bodyPr/>
          <a:lstStyle/>
          <a:p>
            <a:endParaRPr lang="he-IL"/>
          </a:p>
        </p:txBody>
      </p:sp>
    </p:spTree>
    <p:extLst>
      <p:ext uri="{BB962C8B-B14F-4D97-AF65-F5344CB8AC3E}">
        <p14:creationId xmlns:p14="http://schemas.microsoft.com/office/powerpoint/2010/main" val="20779949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E9312EEF-7D50-4D73-AFF1-009641048C83}"/>
              </a:ext>
            </a:extLst>
          </p:cNvPr>
          <p:cNvSpPr>
            <a:spLocks noGrp="1"/>
          </p:cNvSpPr>
          <p:nvPr>
            <p:ph type="title"/>
          </p:nvPr>
        </p:nvSpPr>
        <p:spPr/>
        <p:txBody>
          <a:bodyPr/>
          <a:lstStyle/>
          <a:p>
            <a:endParaRPr lang="he-IL" dirty="0">
              <a:cs typeface="Times New Roman"/>
            </a:endParaRPr>
          </a:p>
        </p:txBody>
      </p:sp>
      <p:sp>
        <p:nvSpPr>
          <p:cNvPr id="3" name="מציין מיקום תוכן 2">
            <a:extLst>
              <a:ext uri="{FF2B5EF4-FFF2-40B4-BE49-F238E27FC236}">
                <a16:creationId xmlns:a16="http://schemas.microsoft.com/office/drawing/2014/main" id="{DAD6F24E-A08B-425C-931B-D77D147314E6}"/>
              </a:ext>
            </a:extLst>
          </p:cNvPr>
          <p:cNvSpPr>
            <a:spLocks noGrp="1"/>
          </p:cNvSpPr>
          <p:nvPr>
            <p:ph idx="1"/>
          </p:nvPr>
        </p:nvSpPr>
        <p:spPr/>
        <p:txBody>
          <a:bodyPr vert="horz" lIns="91440" tIns="45720" rIns="91440" bIns="45720" rtlCol="1" anchor="t">
            <a:normAutofit fontScale="62500" lnSpcReduction="20000"/>
          </a:bodyPr>
          <a:lstStyle/>
          <a:p>
            <a:pPr>
              <a:buFont typeface="Arial"/>
            </a:pPr>
            <a:endParaRPr lang="he-IL" dirty="0">
              <a:latin typeface="David"/>
              <a:ea typeface="+mn-lt"/>
              <a:cs typeface="David"/>
            </a:endParaRPr>
          </a:p>
          <a:p>
            <a:pPr>
              <a:buFont typeface="Arial"/>
            </a:pPr>
            <a:r>
              <a:rPr lang="he-IL">
                <a:latin typeface="David"/>
                <a:cs typeface="David"/>
              </a:rPr>
              <a:t>לשם כך, כתבנו אלגוריתם בהשראת פיזור העצבים ברכיב הקוכליאה(שבלול האוזן) והשתמשנו באופן הספיראלי בו הם מאורגנים לאורך הסולם הפנטטוני(המורכב מחמישה צלילים באוקטאבה) ליצרית רכיב גרפי המדמה חלקית את פעולתו, אשר אליו נתייחס בהמשך כ"שבלול".</a:t>
            </a:r>
            <a:endParaRPr lang="en-US">
              <a:ea typeface="+mn-lt"/>
              <a:cs typeface="+mn-lt"/>
            </a:endParaRPr>
          </a:p>
          <a:p>
            <a:pPr>
              <a:buFont typeface="Arial"/>
            </a:pPr>
            <a:r>
              <a:rPr lang="en-US" b="1">
                <a:latin typeface="David"/>
                <a:cs typeface="+mn-lt"/>
              </a:rPr>
              <a:t>עיקר הדגש ברכיב השבלול נטוע ביכולתו למפות את פיזור הופעת התדרים השונים על המסך, כך שכל התדרים התורמים להרכבת צליל מסוים מצלילי האוקטאבה ייצוגו בסמיכות גרפית ולא יתפזרו על גביי המסך באופן המזכיר "רעש לבן". בנוסף לטריקים גרפים נוספים, השלמנו את הצד המתיימר לדמות מידע שמיעתי כוויזואלי וכעת היה בידנו אלגוריתם אשר ידע להפוך כל קטע סאונד לסרטון גרפי קצר.</a:t>
            </a:r>
            <a:endParaRPr lang="he-IL">
              <a:ea typeface="+mn-lt"/>
              <a:cs typeface="+mn-lt"/>
            </a:endParaRPr>
          </a:p>
          <a:p>
            <a:pPr>
              <a:buFont typeface="Arial"/>
            </a:pPr>
            <a:r>
              <a:rPr lang="en-US">
                <a:latin typeface="David"/>
                <a:cs typeface="+mn-lt"/>
              </a:rPr>
              <a:t>כעת, רצינו לבחון אם סרטון זה בעל יכולת יוצאת דופן לתת תיאור חזותי למידע שבמקור נקלט כמידע ויזואלי, ובכדי להימנע מתהליכים יקרים הנעזרים באיסוף מידע ממספר רב של עיניים בוחנות המייצגות קבוצת מחקר, השתמשנו במערכת ממוחשבת מסוג DL.</a:t>
            </a:r>
            <a:endParaRPr lang="he-IL">
              <a:ea typeface="+mn-lt"/>
              <a:cs typeface="+mn-lt"/>
            </a:endParaRPr>
          </a:p>
          <a:p>
            <a:pPr>
              <a:buFont typeface="Arial"/>
            </a:pPr>
            <a:r>
              <a:rPr lang="en-US">
                <a:latin typeface="David"/>
                <a:cs typeface="+mn-lt"/>
              </a:rPr>
              <a:t>באמצעות מאגר תמונות שחולצו מהמייצג הגרפי, אימנו מערכת DL כך שתדע להבחין בין מספר סוגים של גוונים מוסיקאליים ובהמשך גם בין מספר סוגים שונים של מלודיה.</a:t>
            </a:r>
            <a:endParaRPr lang="en-US">
              <a:ea typeface="+mn-lt"/>
              <a:cs typeface="+mn-lt"/>
            </a:endParaRPr>
          </a:p>
          <a:p>
            <a:pPr>
              <a:buFont typeface="Arial"/>
            </a:pPr>
            <a:r>
              <a:rPr lang="en-US">
                <a:latin typeface="David"/>
                <a:cs typeface="+mn-lt"/>
              </a:rPr>
              <a:t>מושפעים מכל המידע מעולמות תוכן קרובים כמו אנטומית  האוזן ותיאוריות מוסיקליות החלטנו ללכת מודל אלגוריתמי בעל גמישות יחסית תוך שמירה על רעיונות התיאורטיים שלהבנתנו קריטיים להצלחת המסוגלות של ההתמרה. </a:t>
            </a:r>
            <a:br>
              <a:rPr lang="en-US" dirty="0">
                <a:latin typeface="David"/>
                <a:cs typeface="+mn-lt"/>
              </a:rPr>
            </a:br>
            <a:endParaRPr lang="he-IL">
              <a:ea typeface="+mn-lt"/>
              <a:cs typeface="+mn-lt"/>
            </a:endParaRPr>
          </a:p>
        </p:txBody>
      </p:sp>
    </p:spTree>
    <p:extLst>
      <p:ext uri="{BB962C8B-B14F-4D97-AF65-F5344CB8AC3E}">
        <p14:creationId xmlns:p14="http://schemas.microsoft.com/office/powerpoint/2010/main" val="21217842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AB9685BC-CB8B-4454-89DF-94D3A39D45B0}"/>
              </a:ext>
            </a:extLst>
          </p:cNvPr>
          <p:cNvSpPr>
            <a:spLocks noGrp="1"/>
          </p:cNvSpPr>
          <p:nvPr>
            <p:ph type="title"/>
          </p:nvPr>
        </p:nvSpPr>
        <p:spPr/>
        <p:txBody>
          <a:bodyPr/>
          <a:lstStyle/>
          <a:p>
            <a:r>
              <a:rPr lang="he-IL">
                <a:cs typeface="Times New Roman"/>
              </a:rPr>
              <a:t>רשתות נוירונים</a:t>
            </a:r>
            <a:endParaRPr lang="he-IL" dirty="0">
              <a:cs typeface="Times New Roman"/>
            </a:endParaRPr>
          </a:p>
        </p:txBody>
      </p:sp>
      <p:sp>
        <p:nvSpPr>
          <p:cNvPr id="3" name="מציין מיקום תוכן 2">
            <a:extLst>
              <a:ext uri="{FF2B5EF4-FFF2-40B4-BE49-F238E27FC236}">
                <a16:creationId xmlns:a16="http://schemas.microsoft.com/office/drawing/2014/main" id="{2A20E802-C116-4FC2-BCC8-DD1DC3C576DC}"/>
              </a:ext>
            </a:extLst>
          </p:cNvPr>
          <p:cNvSpPr>
            <a:spLocks noGrp="1"/>
          </p:cNvSpPr>
          <p:nvPr>
            <p:ph idx="1"/>
          </p:nvPr>
        </p:nvSpPr>
        <p:spPr/>
        <p:txBody>
          <a:bodyPr vert="horz" lIns="91440" tIns="45720" rIns="91440" bIns="45720" rtlCol="1" anchor="t">
            <a:normAutofit/>
          </a:bodyPr>
          <a:lstStyle/>
          <a:p>
            <a:r>
              <a:rPr lang="he-IL" dirty="0">
                <a:cs typeface="Arial"/>
              </a:rPr>
              <a:t>במסגרת המחקר השתמשנו בשתי מערכות בקר</a:t>
            </a:r>
            <a:endParaRPr lang="he-IL" dirty="0"/>
          </a:p>
        </p:txBody>
      </p:sp>
    </p:spTree>
    <p:extLst>
      <p:ext uri="{BB962C8B-B14F-4D97-AF65-F5344CB8AC3E}">
        <p14:creationId xmlns:p14="http://schemas.microsoft.com/office/powerpoint/2010/main" val="7171122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E1DE0F96-3D58-42EC-85CF-57A81DFD42D2}"/>
              </a:ext>
            </a:extLst>
          </p:cNvPr>
          <p:cNvSpPr>
            <a:spLocks noGrp="1"/>
          </p:cNvSpPr>
          <p:nvPr>
            <p:ph type="title"/>
          </p:nvPr>
        </p:nvSpPr>
        <p:spPr>
          <a:xfrm>
            <a:off x="899160" y="161925"/>
            <a:ext cx="10515600" cy="1325563"/>
          </a:xfrm>
        </p:spPr>
        <p:txBody>
          <a:bodyPr/>
          <a:lstStyle/>
          <a:p>
            <a:r>
              <a:rPr lang="he-IL">
                <a:cs typeface="Times New Roman"/>
              </a:rPr>
              <a:t>בנק תמונות</a:t>
            </a:r>
            <a:endParaRPr lang="he-IL"/>
          </a:p>
        </p:txBody>
      </p:sp>
      <p:sp>
        <p:nvSpPr>
          <p:cNvPr id="3" name="מציין מיקום תוכן 2">
            <a:extLst>
              <a:ext uri="{FF2B5EF4-FFF2-40B4-BE49-F238E27FC236}">
                <a16:creationId xmlns:a16="http://schemas.microsoft.com/office/drawing/2014/main" id="{629A7D60-E37A-4F1B-91A4-B730BEF346D2}"/>
              </a:ext>
            </a:extLst>
          </p:cNvPr>
          <p:cNvSpPr>
            <a:spLocks noGrp="1"/>
          </p:cNvSpPr>
          <p:nvPr>
            <p:ph idx="1"/>
          </p:nvPr>
        </p:nvSpPr>
        <p:spPr>
          <a:xfrm>
            <a:off x="899160" y="1378585"/>
            <a:ext cx="10515600" cy="5326698"/>
          </a:xfrm>
          <a:ln>
            <a:solidFill>
              <a:srgbClr val="4472C4"/>
            </a:solidFill>
          </a:ln>
        </p:spPr>
        <p:txBody>
          <a:bodyPr vert="horz" lIns="91440" tIns="45720" rIns="91440" bIns="45720" rtlCol="1" anchor="t">
            <a:normAutofit/>
          </a:bodyPr>
          <a:lstStyle/>
          <a:p>
            <a:r>
              <a:rPr lang="he-IL">
                <a:ea typeface="+mn-lt"/>
                <a:cs typeface="+mn-lt"/>
              </a:rPr>
              <a:t>הרכבת DataSet בנק תמונות המחולק לקטגוריות של גוון ומלודיה.</a:t>
            </a:r>
            <a:endParaRPr lang="he-IL"/>
          </a:p>
          <a:p>
            <a:r>
              <a:rPr lang="he-IL">
                <a:cs typeface="Arial"/>
              </a:rPr>
              <a:t>מערך התמונות המאוחסנות בזיכרון כשני עצי תיקיות:</a:t>
            </a:r>
            <a:br>
              <a:rPr lang="he-IL" dirty="0">
                <a:cs typeface="Arial"/>
              </a:rPr>
            </a:br>
            <a:br>
              <a:rPr lang="he-IL" dirty="0">
                <a:cs typeface="Arial" panose="020B0604020202020204" pitchFamily="34" charset="0"/>
              </a:rPr>
            </a:br>
            <a:br>
              <a:rPr lang="he-IL" dirty="0">
                <a:cs typeface="Arial" panose="020B0604020202020204" pitchFamily="34" charset="0"/>
              </a:rPr>
            </a:br>
            <a:br>
              <a:rPr lang="he-IL" dirty="0">
                <a:cs typeface="Arial" panose="020B0604020202020204" pitchFamily="34" charset="0"/>
              </a:rPr>
            </a:br>
            <a:br>
              <a:rPr lang="he-IL" dirty="0">
                <a:cs typeface="Arial" panose="020B0604020202020204" pitchFamily="34" charset="0"/>
              </a:rPr>
            </a:br>
            <a:br>
              <a:rPr lang="he-IL" dirty="0">
                <a:cs typeface="Arial" panose="020B0604020202020204" pitchFamily="34" charset="0"/>
              </a:rPr>
            </a:br>
            <a:br>
              <a:rPr lang="he-IL" dirty="0">
                <a:cs typeface="Arial" panose="020B0604020202020204" pitchFamily="34" charset="0"/>
              </a:rPr>
            </a:br>
            <a:endParaRPr lang="he-IL" dirty="0">
              <a:cs typeface="Arial" panose="020B0604020202020204" pitchFamily="34" charset="0"/>
            </a:endParaRPr>
          </a:p>
          <a:p>
            <a:r>
              <a:rPr lang="he-IL">
                <a:cs typeface="Arial"/>
              </a:rPr>
              <a:t>דוגמאות לביטוי הגוון ומלודיה המערך הDataSet</a:t>
            </a:r>
            <a:br>
              <a:rPr lang="he-IL" dirty="0">
                <a:cs typeface="Arial"/>
              </a:rPr>
            </a:br>
            <a:endParaRPr lang="he-IL">
              <a:cs typeface="Arial"/>
            </a:endParaRPr>
          </a:p>
        </p:txBody>
      </p:sp>
      <p:graphicFrame>
        <p:nvGraphicFramePr>
          <p:cNvPr id="3152" name="דיאגרמה 98">
            <a:extLst>
              <a:ext uri="{FF2B5EF4-FFF2-40B4-BE49-F238E27FC236}">
                <a16:creationId xmlns:a16="http://schemas.microsoft.com/office/drawing/2014/main" id="{97DAD498-1255-414D-802F-C614BA676DEC}"/>
              </a:ext>
            </a:extLst>
          </p:cNvPr>
          <p:cNvGraphicFramePr/>
          <p:nvPr>
            <p:extLst>
              <p:ext uri="{D42A27DB-BD31-4B8C-83A1-F6EECF244321}">
                <p14:modId xmlns:p14="http://schemas.microsoft.com/office/powerpoint/2010/main" val="815364741"/>
              </p:ext>
            </p:extLst>
          </p:nvPr>
        </p:nvGraphicFramePr>
        <p:xfrm>
          <a:off x="1827194" y="2184803"/>
          <a:ext cx="3213635" cy="281351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6677" name="דיאגרמה 98">
            <a:extLst>
              <a:ext uri="{FF2B5EF4-FFF2-40B4-BE49-F238E27FC236}">
                <a16:creationId xmlns:a16="http://schemas.microsoft.com/office/drawing/2014/main" id="{3D61023C-63B6-47B3-BF42-614E3E4D7B57}"/>
              </a:ext>
            </a:extLst>
          </p:cNvPr>
          <p:cNvGraphicFramePr/>
          <p:nvPr>
            <p:extLst>
              <p:ext uri="{D42A27DB-BD31-4B8C-83A1-F6EECF244321}">
                <p14:modId xmlns:p14="http://schemas.microsoft.com/office/powerpoint/2010/main" val="1878840672"/>
              </p:ext>
            </p:extLst>
          </p:nvPr>
        </p:nvGraphicFramePr>
        <p:xfrm>
          <a:off x="6937674" y="2276243"/>
          <a:ext cx="3569235" cy="2559518"/>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pic>
        <p:nvPicPr>
          <p:cNvPr id="9452" name="תמונה 9452">
            <a:extLst>
              <a:ext uri="{FF2B5EF4-FFF2-40B4-BE49-F238E27FC236}">
                <a16:creationId xmlns:a16="http://schemas.microsoft.com/office/drawing/2014/main" id="{8D16CBDA-1233-4766-A530-27430FAA7385}"/>
              </a:ext>
            </a:extLst>
          </p:cNvPr>
          <p:cNvPicPr>
            <a:picLocks noChangeAspect="1"/>
          </p:cNvPicPr>
          <p:nvPr/>
        </p:nvPicPr>
        <p:blipFill>
          <a:blip r:embed="rId12"/>
          <a:stretch>
            <a:fillRect/>
          </a:stretch>
        </p:blipFill>
        <p:spPr>
          <a:xfrm>
            <a:off x="7902742" y="5546892"/>
            <a:ext cx="2101516" cy="1148350"/>
          </a:xfrm>
          <a:prstGeom prst="rect">
            <a:avLst/>
          </a:prstGeom>
        </p:spPr>
      </p:pic>
      <p:pic>
        <p:nvPicPr>
          <p:cNvPr id="48" name="תמונה 48" descr="תמונה שמכילה מכשיר&#10;&#10;תיאור שנוצר ברמת מהימנות גבוהה מאוד">
            <a:extLst>
              <a:ext uri="{FF2B5EF4-FFF2-40B4-BE49-F238E27FC236}">
                <a16:creationId xmlns:a16="http://schemas.microsoft.com/office/drawing/2014/main" id="{AE8A7004-F17E-4160-A32C-D7F9A7D7DB59}"/>
              </a:ext>
            </a:extLst>
          </p:cNvPr>
          <p:cNvPicPr>
            <a:picLocks noChangeAspect="1"/>
          </p:cNvPicPr>
          <p:nvPr/>
        </p:nvPicPr>
        <p:blipFill rotWithShape="1">
          <a:blip r:embed="rId13"/>
          <a:srcRect l="14286" t="8293" r="10989" b="13658"/>
          <a:stretch/>
        </p:blipFill>
        <p:spPr>
          <a:xfrm>
            <a:off x="2533218" y="5680256"/>
            <a:ext cx="1087563" cy="911282"/>
          </a:xfrm>
          <a:prstGeom prst="rect">
            <a:avLst/>
          </a:prstGeom>
        </p:spPr>
      </p:pic>
      <p:pic>
        <p:nvPicPr>
          <p:cNvPr id="50" name="תמונה 50">
            <a:extLst>
              <a:ext uri="{FF2B5EF4-FFF2-40B4-BE49-F238E27FC236}">
                <a16:creationId xmlns:a16="http://schemas.microsoft.com/office/drawing/2014/main" id="{E540F015-9ADC-4E6E-99EF-1774C307DE25}"/>
              </a:ext>
            </a:extLst>
          </p:cNvPr>
          <p:cNvPicPr>
            <a:picLocks noChangeAspect="1"/>
          </p:cNvPicPr>
          <p:nvPr/>
        </p:nvPicPr>
        <p:blipFill rotWithShape="1">
          <a:blip r:embed="rId14"/>
          <a:srcRect l="13919" t="9268" r="9896" b="11219"/>
          <a:stretch/>
        </p:blipFill>
        <p:spPr>
          <a:xfrm>
            <a:off x="3559873" y="5668877"/>
            <a:ext cx="1108794" cy="928363"/>
          </a:xfrm>
          <a:prstGeom prst="rect">
            <a:avLst/>
          </a:prstGeom>
        </p:spPr>
      </p:pic>
      <p:pic>
        <p:nvPicPr>
          <p:cNvPr id="52" name="תמונה 52" descr="תמונה שמכילה ברז כיבוי&#10;&#10;תיאור שנוצר ברמת מהימנות גבוהה מאוד">
            <a:extLst>
              <a:ext uri="{FF2B5EF4-FFF2-40B4-BE49-F238E27FC236}">
                <a16:creationId xmlns:a16="http://schemas.microsoft.com/office/drawing/2014/main" id="{B6ED81F3-14EB-40C2-891C-3962D02E6A8E}"/>
              </a:ext>
            </a:extLst>
          </p:cNvPr>
          <p:cNvPicPr>
            <a:picLocks noChangeAspect="1"/>
          </p:cNvPicPr>
          <p:nvPr/>
        </p:nvPicPr>
        <p:blipFill rotWithShape="1">
          <a:blip r:embed="rId15"/>
          <a:srcRect l="13919" t="8293" r="9890" b="11707"/>
          <a:stretch/>
        </p:blipFill>
        <p:spPr>
          <a:xfrm>
            <a:off x="1495925" y="5668876"/>
            <a:ext cx="1098845" cy="934061"/>
          </a:xfrm>
          <a:prstGeom prst="rect">
            <a:avLst/>
          </a:prstGeom>
        </p:spPr>
      </p:pic>
      <p:pic>
        <p:nvPicPr>
          <p:cNvPr id="3196" name="גרפיקה 3194" descr="פיסת סרט קולנוע">
            <a:extLst>
              <a:ext uri="{FF2B5EF4-FFF2-40B4-BE49-F238E27FC236}">
                <a16:creationId xmlns:a16="http://schemas.microsoft.com/office/drawing/2014/main" id="{FEFA7342-22AB-4469-A4E2-EC4180D250A9}"/>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2300039" y="3533274"/>
            <a:ext cx="2328109" cy="2227846"/>
          </a:xfrm>
          <a:prstGeom prst="rect">
            <a:avLst/>
          </a:prstGeom>
        </p:spPr>
      </p:pic>
      <p:pic>
        <p:nvPicPr>
          <p:cNvPr id="3197" name="תמונה 7" descr="תמונה שמכילה מכשיר&#10;&#10;תיאור שנוצר ברמת מהימנות גבוהה מאוד">
            <a:extLst>
              <a:ext uri="{FF2B5EF4-FFF2-40B4-BE49-F238E27FC236}">
                <a16:creationId xmlns:a16="http://schemas.microsoft.com/office/drawing/2014/main" id="{45AC1590-9108-4BC9-9943-000186B69D25}"/>
              </a:ext>
            </a:extLst>
          </p:cNvPr>
          <p:cNvPicPr>
            <a:picLocks noChangeAspect="1"/>
          </p:cNvPicPr>
          <p:nvPr/>
        </p:nvPicPr>
        <p:blipFill>
          <a:blip r:embed="rId18"/>
          <a:stretch>
            <a:fillRect/>
          </a:stretch>
        </p:blipFill>
        <p:spPr>
          <a:xfrm>
            <a:off x="3155784" y="4976855"/>
            <a:ext cx="636672" cy="525379"/>
          </a:xfrm>
          <a:prstGeom prst="rect">
            <a:avLst/>
          </a:prstGeom>
        </p:spPr>
      </p:pic>
      <p:pic>
        <p:nvPicPr>
          <p:cNvPr id="3198" name="תמונה 48" descr="תמונה שמכילה מכשיר&#10;&#10;תיאור שנוצר ברמת מהימנות גבוהה מאוד">
            <a:extLst>
              <a:ext uri="{FF2B5EF4-FFF2-40B4-BE49-F238E27FC236}">
                <a16:creationId xmlns:a16="http://schemas.microsoft.com/office/drawing/2014/main" id="{F2C0BAD5-4A97-498A-899C-BDAE6A64C681}"/>
              </a:ext>
            </a:extLst>
          </p:cNvPr>
          <p:cNvPicPr>
            <a:picLocks noChangeAspect="1"/>
          </p:cNvPicPr>
          <p:nvPr/>
        </p:nvPicPr>
        <p:blipFill rotWithShape="1">
          <a:blip r:embed="rId13"/>
          <a:srcRect l="14286" t="8293" r="10989" b="13658"/>
          <a:stretch/>
        </p:blipFill>
        <p:spPr>
          <a:xfrm>
            <a:off x="3154848" y="4416939"/>
            <a:ext cx="636381" cy="530284"/>
          </a:xfrm>
          <a:prstGeom prst="rect">
            <a:avLst/>
          </a:prstGeom>
        </p:spPr>
      </p:pic>
      <p:pic>
        <p:nvPicPr>
          <p:cNvPr id="3199" name="תמונה 52" descr="תמונה שמכילה ברז כיבוי&#10;&#10;תיאור שנוצר ברמת מהימנות גבוהה מאוד">
            <a:extLst>
              <a:ext uri="{FF2B5EF4-FFF2-40B4-BE49-F238E27FC236}">
                <a16:creationId xmlns:a16="http://schemas.microsoft.com/office/drawing/2014/main" id="{F5FF3EC7-C0F4-4E46-A511-643C3ED7B200}"/>
              </a:ext>
            </a:extLst>
          </p:cNvPr>
          <p:cNvPicPr>
            <a:picLocks noChangeAspect="1"/>
          </p:cNvPicPr>
          <p:nvPr/>
        </p:nvPicPr>
        <p:blipFill rotWithShape="1">
          <a:blip r:embed="rId15"/>
          <a:srcRect l="13919" t="8293" r="9890" b="11707"/>
          <a:stretch/>
        </p:blipFill>
        <p:spPr>
          <a:xfrm>
            <a:off x="3160291" y="3834060"/>
            <a:ext cx="627611" cy="533010"/>
          </a:xfrm>
          <a:prstGeom prst="rect">
            <a:avLst/>
          </a:prstGeom>
        </p:spPr>
      </p:pic>
    </p:spTree>
    <p:extLst>
      <p:ext uri="{BB962C8B-B14F-4D97-AF65-F5344CB8AC3E}">
        <p14:creationId xmlns:p14="http://schemas.microsoft.com/office/powerpoint/2010/main" val="32441997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729911E8-E4A9-4976-99D7-6192130BB431}"/>
              </a:ext>
            </a:extLst>
          </p:cNvPr>
          <p:cNvSpPr>
            <a:spLocks noGrp="1"/>
          </p:cNvSpPr>
          <p:nvPr>
            <p:ph type="title"/>
          </p:nvPr>
        </p:nvSpPr>
        <p:spPr/>
        <p:txBody>
          <a:bodyPr/>
          <a:lstStyle/>
          <a:p>
            <a:r>
              <a:rPr lang="en-US" dirty="0" err="1">
                <a:ea typeface="+mj-lt"/>
                <a:cs typeface="+mj-lt"/>
              </a:rPr>
              <a:t>מהלך</a:t>
            </a:r>
            <a:r>
              <a:rPr lang="en-US" dirty="0">
                <a:ea typeface="+mj-lt"/>
                <a:cs typeface="+mj-lt"/>
              </a:rPr>
              <a:t> </a:t>
            </a:r>
            <a:r>
              <a:rPr lang="en-US" dirty="0" err="1">
                <a:ea typeface="+mj-lt"/>
                <a:cs typeface="+mj-lt"/>
              </a:rPr>
              <a:t>הניסוי</a:t>
            </a:r>
            <a:endParaRPr lang="he-IL" dirty="0" err="1"/>
          </a:p>
        </p:txBody>
      </p:sp>
      <p:sp>
        <p:nvSpPr>
          <p:cNvPr id="3" name="מציין מיקום תוכן 2">
            <a:extLst>
              <a:ext uri="{FF2B5EF4-FFF2-40B4-BE49-F238E27FC236}">
                <a16:creationId xmlns:a16="http://schemas.microsoft.com/office/drawing/2014/main" id="{9AF823F0-B65D-4E69-8B61-D0743322F519}"/>
              </a:ext>
            </a:extLst>
          </p:cNvPr>
          <p:cNvSpPr>
            <a:spLocks noGrp="1"/>
          </p:cNvSpPr>
          <p:nvPr>
            <p:ph idx="1"/>
          </p:nvPr>
        </p:nvSpPr>
        <p:spPr/>
        <p:txBody>
          <a:bodyPr vert="horz" lIns="91440" tIns="45720" rIns="91440" bIns="45720" rtlCol="1" anchor="t">
            <a:normAutofit/>
          </a:bodyPr>
          <a:lstStyle/>
          <a:p>
            <a:r>
              <a:rPr lang="en-US" dirty="0">
                <a:ea typeface="+mn-lt"/>
                <a:cs typeface="+mn-lt"/>
              </a:rPr>
              <a:t> DNN Object </a:t>
            </a:r>
            <a:br>
              <a:rPr lang="en-US" dirty="0">
                <a:ea typeface="+mn-lt"/>
                <a:cs typeface="+mn-lt"/>
              </a:rPr>
            </a:br>
            <a:r>
              <a:rPr lang="en-US" dirty="0" err="1">
                <a:ea typeface="+mn-lt"/>
                <a:cs typeface="+mn-lt"/>
              </a:rPr>
              <a:t>עבור</a:t>
            </a:r>
            <a:r>
              <a:rPr lang="en-US" dirty="0">
                <a:ea typeface="+mn-lt"/>
                <a:cs typeface="+mn-lt"/>
              </a:rPr>
              <a:t> </a:t>
            </a:r>
            <a:r>
              <a:rPr lang="en-US" dirty="0" err="1">
                <a:ea typeface="+mn-lt"/>
                <a:cs typeface="+mn-lt"/>
              </a:rPr>
              <a:t>שני</a:t>
            </a:r>
            <a:r>
              <a:rPr lang="en-US" dirty="0">
                <a:ea typeface="+mn-lt"/>
                <a:cs typeface="+mn-lt"/>
              </a:rPr>
              <a:t> </a:t>
            </a:r>
            <a:r>
              <a:rPr lang="en-US" dirty="0" err="1">
                <a:ea typeface="+mn-lt"/>
                <a:cs typeface="+mn-lt"/>
              </a:rPr>
              <a:t>תהליכים</a:t>
            </a:r>
            <a:endParaRPr lang="he-IL" dirty="0" err="1">
              <a:ea typeface="+mn-lt"/>
              <a:cs typeface="+mn-lt"/>
            </a:endParaRPr>
          </a:p>
          <a:p>
            <a:r>
              <a:rPr lang="en-US" dirty="0" err="1">
                <a:ea typeface="+mn-lt"/>
                <a:cs typeface="+mn-lt"/>
              </a:rPr>
              <a:t>Trainning</a:t>
            </a:r>
            <a:r>
              <a:rPr lang="en-US" dirty="0">
                <a:ea typeface="+mn-lt"/>
                <a:cs typeface="+mn-lt"/>
              </a:rPr>
              <a:t> Prosses </a:t>
            </a:r>
            <a:br>
              <a:rPr lang="en-US" dirty="0">
                <a:ea typeface="+mn-lt"/>
                <a:cs typeface="+mn-lt"/>
              </a:rPr>
            </a:br>
            <a:r>
              <a:rPr lang="en-US" dirty="0" err="1">
                <a:ea typeface="+mn-lt"/>
                <a:cs typeface="+mn-lt"/>
              </a:rPr>
              <a:t>לימוד</a:t>
            </a:r>
            <a:r>
              <a:rPr lang="en-US" dirty="0">
                <a:ea typeface="+mn-lt"/>
                <a:cs typeface="+mn-lt"/>
              </a:rPr>
              <a:t> </a:t>
            </a:r>
            <a:r>
              <a:rPr lang="en-US" dirty="0" err="1">
                <a:ea typeface="+mn-lt"/>
                <a:cs typeface="+mn-lt"/>
              </a:rPr>
              <a:t>המערכת</a:t>
            </a:r>
            <a:r>
              <a:rPr lang="en-US" dirty="0">
                <a:ea typeface="+mn-lt"/>
                <a:cs typeface="+mn-lt"/>
              </a:rPr>
              <a:t> </a:t>
            </a:r>
            <a:r>
              <a:rPr lang="en-US" dirty="0" err="1">
                <a:ea typeface="+mn-lt"/>
                <a:cs typeface="+mn-lt"/>
              </a:rPr>
              <a:t>להבחין</a:t>
            </a:r>
            <a:r>
              <a:rPr lang="en-US" dirty="0">
                <a:ea typeface="+mn-lt"/>
                <a:cs typeface="+mn-lt"/>
              </a:rPr>
              <a:t> </a:t>
            </a:r>
            <a:r>
              <a:rPr lang="en-US" dirty="0" err="1">
                <a:ea typeface="+mn-lt"/>
                <a:cs typeface="+mn-lt"/>
              </a:rPr>
              <a:t>בין</a:t>
            </a:r>
            <a:r>
              <a:rPr lang="en-US" dirty="0">
                <a:ea typeface="+mn-lt"/>
                <a:cs typeface="+mn-lt"/>
              </a:rPr>
              <a:t> </a:t>
            </a:r>
            <a:br>
              <a:rPr lang="en-US" dirty="0">
                <a:ea typeface="+mn-lt"/>
                <a:cs typeface="+mn-lt"/>
              </a:rPr>
            </a:br>
            <a:r>
              <a:rPr lang="en-US" dirty="0" err="1">
                <a:ea typeface="+mn-lt"/>
                <a:cs typeface="+mn-lt"/>
              </a:rPr>
              <a:t>סוגים</a:t>
            </a:r>
            <a:r>
              <a:rPr lang="en-US" dirty="0">
                <a:ea typeface="+mn-lt"/>
                <a:cs typeface="+mn-lt"/>
              </a:rPr>
              <a:t> </a:t>
            </a:r>
            <a:r>
              <a:rPr lang="en-US" dirty="0" err="1">
                <a:ea typeface="+mn-lt"/>
                <a:cs typeface="+mn-lt"/>
              </a:rPr>
              <a:t>שונים</a:t>
            </a:r>
            <a:r>
              <a:rPr lang="en-US" dirty="0">
                <a:ea typeface="+mn-lt"/>
                <a:cs typeface="+mn-lt"/>
              </a:rPr>
              <a:t> </a:t>
            </a:r>
            <a:r>
              <a:rPr lang="en-US" dirty="0" err="1">
                <a:ea typeface="+mn-lt"/>
                <a:cs typeface="+mn-lt"/>
              </a:rPr>
              <a:t>של</a:t>
            </a:r>
            <a:r>
              <a:rPr lang="en-US" dirty="0">
                <a:ea typeface="+mn-lt"/>
                <a:cs typeface="+mn-lt"/>
              </a:rPr>
              <a:t> </a:t>
            </a:r>
            <a:r>
              <a:rPr lang="en-US" dirty="0" err="1">
                <a:ea typeface="+mn-lt"/>
                <a:cs typeface="+mn-lt"/>
              </a:rPr>
              <a:t>מלודיות</a:t>
            </a:r>
            <a:r>
              <a:rPr lang="en-US" dirty="0">
                <a:ea typeface="+mn-lt"/>
                <a:cs typeface="+mn-lt"/>
              </a:rPr>
              <a:t> </a:t>
            </a:r>
            <a:r>
              <a:rPr lang="en-US" dirty="0" err="1">
                <a:ea typeface="+mn-lt"/>
                <a:cs typeface="+mn-lt"/>
              </a:rPr>
              <a:t>וגוון</a:t>
            </a:r>
            <a:r>
              <a:rPr lang="en-US" dirty="0">
                <a:ea typeface="+mn-lt"/>
                <a:cs typeface="+mn-lt"/>
              </a:rPr>
              <a:t>.</a:t>
            </a:r>
          </a:p>
          <a:p>
            <a:r>
              <a:rPr lang="en-US" dirty="0">
                <a:ea typeface="+mn-lt"/>
                <a:cs typeface="+mn-lt"/>
              </a:rPr>
              <a:t>Prediction</a:t>
            </a:r>
            <a:br>
              <a:rPr lang="en-US" dirty="0">
                <a:ea typeface="+mn-lt"/>
                <a:cs typeface="+mn-lt"/>
              </a:rPr>
            </a:br>
            <a:r>
              <a:rPr lang="en-US" dirty="0" err="1">
                <a:ea typeface="+mn-lt"/>
                <a:cs typeface="+mn-lt"/>
              </a:rPr>
              <a:t>בדיקת</a:t>
            </a:r>
            <a:r>
              <a:rPr lang="en-US" dirty="0">
                <a:ea typeface="+mn-lt"/>
                <a:cs typeface="+mn-lt"/>
              </a:rPr>
              <a:t> </a:t>
            </a:r>
            <a:r>
              <a:rPr lang="en-US" dirty="0" err="1">
                <a:ea typeface="+mn-lt"/>
                <a:cs typeface="+mn-lt"/>
              </a:rPr>
              <a:t>יכולות</a:t>
            </a:r>
            <a:r>
              <a:rPr lang="en-US" dirty="0">
                <a:ea typeface="+mn-lt"/>
                <a:cs typeface="+mn-lt"/>
              </a:rPr>
              <a:t> </a:t>
            </a:r>
            <a:r>
              <a:rPr lang="en-US" dirty="0" err="1">
                <a:ea typeface="+mn-lt"/>
                <a:cs typeface="+mn-lt"/>
              </a:rPr>
              <a:t>המערכת</a:t>
            </a:r>
            <a:r>
              <a:rPr lang="en-US" dirty="0">
                <a:ea typeface="+mn-lt"/>
                <a:cs typeface="+mn-lt"/>
              </a:rPr>
              <a:t> </a:t>
            </a:r>
            <a:r>
              <a:rPr lang="en-US" dirty="0" err="1">
                <a:ea typeface="+mn-lt"/>
                <a:cs typeface="+mn-lt"/>
              </a:rPr>
              <a:t>כלפי</a:t>
            </a:r>
            <a:br>
              <a:rPr lang="en-US" dirty="0">
                <a:ea typeface="+mn-lt"/>
                <a:cs typeface="+mn-lt"/>
              </a:rPr>
            </a:br>
            <a:r>
              <a:rPr lang="en-US" dirty="0" err="1">
                <a:ea typeface="+mn-lt"/>
                <a:cs typeface="+mn-lt"/>
              </a:rPr>
              <a:t>מידע</a:t>
            </a:r>
            <a:r>
              <a:rPr lang="en-US" dirty="0">
                <a:ea typeface="+mn-lt"/>
                <a:cs typeface="+mn-lt"/>
              </a:rPr>
              <a:t> </a:t>
            </a:r>
            <a:r>
              <a:rPr lang="en-US" dirty="0" err="1">
                <a:ea typeface="+mn-lt"/>
                <a:cs typeface="+mn-lt"/>
              </a:rPr>
              <a:t>חדש</a:t>
            </a:r>
            <a:r>
              <a:rPr lang="en-US" dirty="0">
                <a:ea typeface="+mn-lt"/>
                <a:cs typeface="+mn-lt"/>
              </a:rPr>
              <a:t> (</a:t>
            </a:r>
            <a:r>
              <a:rPr lang="en-US" dirty="0" err="1">
                <a:ea typeface="+mn-lt"/>
                <a:cs typeface="+mn-lt"/>
              </a:rPr>
              <a:t>TensorBoard</a:t>
            </a:r>
            <a:r>
              <a:rPr lang="en-US" dirty="0">
                <a:ea typeface="+mn-lt"/>
                <a:cs typeface="+mn-lt"/>
              </a:rPr>
              <a:t>)</a:t>
            </a:r>
            <a:endParaRPr lang="he-IL" dirty="0" err="1"/>
          </a:p>
        </p:txBody>
      </p:sp>
      <p:pic>
        <p:nvPicPr>
          <p:cNvPr id="6" name="תמונה 6" descr="תמונה שמכילה צילום מסך&#10;&#10;תיאור שנוצר ברמת מהימנות גבוהה מאוד">
            <a:extLst>
              <a:ext uri="{FF2B5EF4-FFF2-40B4-BE49-F238E27FC236}">
                <a16:creationId xmlns:a16="http://schemas.microsoft.com/office/drawing/2014/main" id="{6767C16F-A90F-413A-B1AA-A6E79A6A3636}"/>
              </a:ext>
            </a:extLst>
          </p:cNvPr>
          <p:cNvPicPr>
            <a:picLocks noChangeAspect="1"/>
          </p:cNvPicPr>
          <p:nvPr/>
        </p:nvPicPr>
        <p:blipFill>
          <a:blip r:embed="rId2"/>
          <a:stretch>
            <a:fillRect/>
          </a:stretch>
        </p:blipFill>
        <p:spPr>
          <a:xfrm>
            <a:off x="1367223" y="1024966"/>
            <a:ext cx="4628121" cy="5353823"/>
          </a:xfrm>
          <a:prstGeom prst="rect">
            <a:avLst/>
          </a:prstGeom>
        </p:spPr>
      </p:pic>
    </p:spTree>
    <p:extLst>
      <p:ext uri="{BB962C8B-B14F-4D97-AF65-F5344CB8AC3E}">
        <p14:creationId xmlns:p14="http://schemas.microsoft.com/office/powerpoint/2010/main" val="1471028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5DE473D2-6D2E-4162-BCB9-F77DBB310B36}"/>
              </a:ext>
            </a:extLst>
          </p:cNvPr>
          <p:cNvSpPr>
            <a:spLocks noGrp="1"/>
          </p:cNvSpPr>
          <p:nvPr>
            <p:ph type="title"/>
          </p:nvPr>
        </p:nvSpPr>
        <p:spPr/>
        <p:txBody>
          <a:bodyPr/>
          <a:lstStyle/>
          <a:p>
            <a:r>
              <a:rPr lang="he-IL" dirty="0">
                <a:cs typeface="Times New Roman"/>
              </a:rPr>
              <a:t>תוצאות</a:t>
            </a:r>
          </a:p>
        </p:txBody>
      </p:sp>
      <p:sp>
        <p:nvSpPr>
          <p:cNvPr id="3" name="מציין מיקום תוכן 2">
            <a:extLst>
              <a:ext uri="{FF2B5EF4-FFF2-40B4-BE49-F238E27FC236}">
                <a16:creationId xmlns:a16="http://schemas.microsoft.com/office/drawing/2014/main" id="{87F022A6-AB2D-4B06-9196-E0B2EB866420}"/>
              </a:ext>
            </a:extLst>
          </p:cNvPr>
          <p:cNvSpPr>
            <a:spLocks noGrp="1"/>
          </p:cNvSpPr>
          <p:nvPr>
            <p:ph idx="1"/>
          </p:nvPr>
        </p:nvSpPr>
        <p:spPr/>
        <p:txBody>
          <a:bodyPr vert="horz" lIns="91440" tIns="45720" rIns="91440" bIns="45720" rtlCol="1" anchor="t">
            <a:normAutofit/>
          </a:bodyPr>
          <a:lstStyle/>
          <a:p>
            <a:r>
              <a:rPr lang="he-IL">
                <a:cs typeface="Arial"/>
              </a:rPr>
              <a:t>לצערנו התוצאות הסופיות מעט מאכזבות..</a:t>
            </a:r>
          </a:p>
          <a:p>
            <a:r>
              <a:rPr lang="he-IL" dirty="0">
                <a:cs typeface="Arial"/>
              </a:rPr>
              <a:t>לא התקבלה תמונה ברורה המעידה על הצלחה או כישלון.</a:t>
            </a:r>
          </a:p>
          <a:p>
            <a:endParaRPr lang="he-IL" dirty="0">
              <a:cs typeface="Arial"/>
            </a:endParaRPr>
          </a:p>
        </p:txBody>
      </p:sp>
    </p:spTree>
    <p:extLst>
      <p:ext uri="{BB962C8B-B14F-4D97-AF65-F5344CB8AC3E}">
        <p14:creationId xmlns:p14="http://schemas.microsoft.com/office/powerpoint/2010/main" val="37317142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64C22097-99E5-4B20-9EFC-B05CCB48B791}"/>
              </a:ext>
            </a:extLst>
          </p:cNvPr>
          <p:cNvSpPr>
            <a:spLocks noGrp="1"/>
          </p:cNvSpPr>
          <p:nvPr>
            <p:ph type="title"/>
          </p:nvPr>
        </p:nvSpPr>
        <p:spPr/>
        <p:txBody>
          <a:bodyPr/>
          <a:lstStyle/>
          <a:p>
            <a:endParaRPr lang="he-IL"/>
          </a:p>
        </p:txBody>
      </p:sp>
      <p:pic>
        <p:nvPicPr>
          <p:cNvPr id="7" name="תמונה 7">
            <a:extLst>
              <a:ext uri="{FF2B5EF4-FFF2-40B4-BE49-F238E27FC236}">
                <a16:creationId xmlns:a16="http://schemas.microsoft.com/office/drawing/2014/main" id="{59D58767-8FBC-4181-8988-3188D6BE5919}"/>
              </a:ext>
            </a:extLst>
          </p:cNvPr>
          <p:cNvPicPr>
            <a:picLocks noGrp="1" noChangeAspect="1"/>
          </p:cNvPicPr>
          <p:nvPr>
            <p:ph idx="1"/>
          </p:nvPr>
        </p:nvPicPr>
        <p:blipFill>
          <a:blip r:embed="rId2"/>
          <a:stretch>
            <a:fillRect/>
          </a:stretch>
        </p:blipFill>
        <p:spPr>
          <a:xfrm>
            <a:off x="7898231" y="3873960"/>
            <a:ext cx="636672" cy="525379"/>
          </a:xfrm>
        </p:spPr>
      </p:pic>
      <p:pic>
        <p:nvPicPr>
          <p:cNvPr id="11" name="תמונה 48" descr="תמונה שמכילה מכשיר&#10;&#10;תיאור שנוצר ברמת מהימנות גבוהה מאוד">
            <a:extLst>
              <a:ext uri="{FF2B5EF4-FFF2-40B4-BE49-F238E27FC236}">
                <a16:creationId xmlns:a16="http://schemas.microsoft.com/office/drawing/2014/main" id="{294004C3-A09F-4031-AF06-71B312A7A361}"/>
              </a:ext>
            </a:extLst>
          </p:cNvPr>
          <p:cNvPicPr>
            <a:picLocks noChangeAspect="1"/>
          </p:cNvPicPr>
          <p:nvPr/>
        </p:nvPicPr>
        <p:blipFill rotWithShape="1">
          <a:blip r:embed="rId3"/>
          <a:srcRect l="14286" t="8293" r="10989" b="13658"/>
          <a:stretch/>
        </p:blipFill>
        <p:spPr>
          <a:xfrm>
            <a:off x="7897295" y="3314044"/>
            <a:ext cx="636381" cy="530284"/>
          </a:xfrm>
          <a:prstGeom prst="rect">
            <a:avLst/>
          </a:prstGeom>
        </p:spPr>
      </p:pic>
      <p:pic>
        <p:nvPicPr>
          <p:cNvPr id="13" name="תמונה 52" descr="תמונה שמכילה ברז כיבוי&#10;&#10;תיאור שנוצר ברמת מהימנות גבוהה מאוד">
            <a:extLst>
              <a:ext uri="{FF2B5EF4-FFF2-40B4-BE49-F238E27FC236}">
                <a16:creationId xmlns:a16="http://schemas.microsoft.com/office/drawing/2014/main" id="{5246E783-D605-4233-BC4C-6799E24EFE6D}"/>
              </a:ext>
            </a:extLst>
          </p:cNvPr>
          <p:cNvPicPr>
            <a:picLocks noChangeAspect="1"/>
          </p:cNvPicPr>
          <p:nvPr/>
        </p:nvPicPr>
        <p:blipFill rotWithShape="1">
          <a:blip r:embed="rId4"/>
          <a:srcRect l="13919" t="8293" r="9890" b="11707"/>
          <a:stretch/>
        </p:blipFill>
        <p:spPr>
          <a:xfrm>
            <a:off x="7902738" y="2731165"/>
            <a:ext cx="627611" cy="533010"/>
          </a:xfrm>
          <a:prstGeom prst="rect">
            <a:avLst/>
          </a:prstGeom>
        </p:spPr>
      </p:pic>
    </p:spTree>
    <p:extLst>
      <p:ext uri="{BB962C8B-B14F-4D97-AF65-F5344CB8AC3E}">
        <p14:creationId xmlns:p14="http://schemas.microsoft.com/office/powerpoint/2010/main" val="14421358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F281BE53-6F63-4138-9C52-1A53E74E2D4F}"/>
              </a:ext>
            </a:extLst>
          </p:cNvPr>
          <p:cNvSpPr>
            <a:spLocks noGrp="1"/>
          </p:cNvSpPr>
          <p:nvPr>
            <p:ph type="ctrTitle"/>
          </p:nvPr>
        </p:nvSpPr>
        <p:spPr/>
        <p:txBody>
          <a:bodyPr/>
          <a:lstStyle/>
          <a:p>
            <a:endParaRPr lang="he-IL"/>
          </a:p>
        </p:txBody>
      </p:sp>
      <p:sp>
        <p:nvSpPr>
          <p:cNvPr id="11" name="כותרת משנה 10">
            <a:extLst>
              <a:ext uri="{FF2B5EF4-FFF2-40B4-BE49-F238E27FC236}">
                <a16:creationId xmlns:a16="http://schemas.microsoft.com/office/drawing/2014/main" id="{D3DEC423-9AC1-4A88-A0F5-30DAEF581DC8}"/>
              </a:ext>
            </a:extLst>
          </p:cNvPr>
          <p:cNvSpPr>
            <a:spLocks noGrp="1"/>
          </p:cNvSpPr>
          <p:nvPr>
            <p:ph type="subTitle" idx="1"/>
          </p:nvPr>
        </p:nvSpPr>
        <p:spPr/>
        <p:txBody>
          <a:bodyPr/>
          <a:lstStyle/>
          <a:p>
            <a:endParaRPr lang="he-IL"/>
          </a:p>
        </p:txBody>
      </p:sp>
    </p:spTree>
    <p:extLst>
      <p:ext uri="{BB962C8B-B14F-4D97-AF65-F5344CB8AC3E}">
        <p14:creationId xmlns:p14="http://schemas.microsoft.com/office/powerpoint/2010/main" val="2180150601"/>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E20C6300-84DC-4A32-A670-08545D76CE7D}"/>
              </a:ext>
            </a:extLst>
          </p:cNvPr>
          <p:cNvSpPr>
            <a:spLocks noGrp="1"/>
          </p:cNvSpPr>
          <p:nvPr>
            <p:ph type="title"/>
          </p:nvPr>
        </p:nvSpPr>
        <p:spPr/>
        <p:txBody>
          <a:bodyPr/>
          <a:lstStyle/>
          <a:p>
            <a:endParaRPr lang="he-IL"/>
          </a:p>
        </p:txBody>
      </p:sp>
      <p:sp>
        <p:nvSpPr>
          <p:cNvPr id="3" name="מציין מיקום תוכן 2">
            <a:extLst>
              <a:ext uri="{FF2B5EF4-FFF2-40B4-BE49-F238E27FC236}">
                <a16:creationId xmlns:a16="http://schemas.microsoft.com/office/drawing/2014/main" id="{72ED8768-753C-4950-A307-11D428712D15}"/>
              </a:ext>
            </a:extLst>
          </p:cNvPr>
          <p:cNvSpPr>
            <a:spLocks noGrp="1"/>
          </p:cNvSpPr>
          <p:nvPr>
            <p:ph idx="1"/>
          </p:nvPr>
        </p:nvSpPr>
        <p:spPr/>
        <p:txBody>
          <a:bodyPr vert="horz" lIns="91440" tIns="45720" rIns="91440" bIns="45720" rtlCol="1" anchor="t">
            <a:normAutofit/>
          </a:bodyPr>
          <a:lstStyle/>
          <a:p>
            <a:r>
              <a:rPr lang="he-IL" sz="2000">
                <a:latin typeface="David"/>
                <a:ea typeface="+mn-lt"/>
                <a:cs typeface="David"/>
              </a:rPr>
              <a:t>לכן ובהתאם לאדם המנסה לסווג את התוכן השמע המוצג במקבץ תמונות(סרטון) ובהשתנות היחסית בניהם, אנו מצפים ממערכת DL להתנהג באופן דומה.</a:t>
            </a:r>
            <a:endParaRPr lang="he-IL" sz="2000">
              <a:latin typeface="David"/>
              <a:cs typeface="David"/>
            </a:endParaRPr>
          </a:p>
          <a:p>
            <a:r>
              <a:rPr lang="he-IL" sz="2000">
                <a:latin typeface="David"/>
                <a:ea typeface="+mn-lt"/>
                <a:cs typeface="David"/>
              </a:rPr>
              <a:t>שיטת עבודה זו של זיהוי המתבצע מתוך מכלולי תמונות מאפשרת לנו שני יתרונות חשובים:</a:t>
            </a:r>
            <a:endParaRPr lang="he-IL" sz="2000">
              <a:latin typeface="David"/>
              <a:cs typeface="David"/>
            </a:endParaRPr>
          </a:p>
          <a:p>
            <a:pPr marL="0" indent="0">
              <a:buNone/>
            </a:pPr>
            <a:r>
              <a:rPr lang="he-IL" sz="2000">
                <a:latin typeface="David"/>
                <a:ea typeface="+mn-lt"/>
                <a:cs typeface="David"/>
              </a:rPr>
              <a:t>1. המידע ממנו מופק פריים מכיל גם נתוני שמע שאינם בהכרח נשמעים בזמן בו הפריים מוצג. כך אנו מסוגלים להבליט אספקטים של שינויי שמע.</a:t>
            </a:r>
            <a:endParaRPr lang="he-IL" sz="2000">
              <a:latin typeface="David"/>
              <a:cs typeface="David"/>
            </a:endParaRPr>
          </a:p>
          <a:p>
            <a:pPr marL="0" indent="0">
              <a:buNone/>
            </a:pPr>
            <a:r>
              <a:rPr lang="he-IL" sz="2000">
                <a:latin typeface="David"/>
                <a:ea typeface="+mn-lt"/>
                <a:cs typeface="David"/>
              </a:rPr>
              <a:t>2. מערכת הDL מסוגלת לתעדף מספר גדול יותר של אפשרויות ויזואליזציה וזאת מבלי לבחון את ההשפעה של frame   בודד על הצופה.</a:t>
            </a:r>
            <a:endParaRPr lang="he-IL" sz="2000">
              <a:latin typeface="David"/>
              <a:cs typeface="David"/>
            </a:endParaRPr>
          </a:p>
          <a:p>
            <a:endParaRPr lang="he-IL" dirty="0">
              <a:cs typeface="Arial"/>
            </a:endParaRPr>
          </a:p>
        </p:txBody>
      </p:sp>
    </p:spTree>
    <p:extLst>
      <p:ext uri="{BB962C8B-B14F-4D97-AF65-F5344CB8AC3E}">
        <p14:creationId xmlns:p14="http://schemas.microsoft.com/office/powerpoint/2010/main" val="1768368287"/>
      </p:ext>
    </p:extLst>
  </p:cSld>
  <p:clrMapOvr>
    <a:masterClrMapping/>
  </p:clrMapOvr>
</p:sld>
</file>

<file path=ppt/theme/theme1.xml><?xml version="1.0" encoding="utf-8"?>
<a:theme xmlns:a="http://schemas.openxmlformats.org/drawingml/2006/main" name="ערכת נושא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מסך רחב</PresentationFormat>
  <Paragraphs>0</Paragraphs>
  <Slides>12</Slides>
  <Notes>0</Notes>
  <HiddenSlides>0</HiddenSlides>
  <MMClips>0</MMClips>
  <ScaleCrop>false</ScaleCrop>
  <HeadingPairs>
    <vt:vector size="4" baseType="variant">
      <vt:variant>
        <vt:lpstr>ערכת נושא</vt:lpstr>
      </vt:variant>
      <vt:variant>
        <vt:i4>1</vt:i4>
      </vt:variant>
      <vt:variant>
        <vt:lpstr>כותרות שקופיות</vt:lpstr>
      </vt:variant>
      <vt:variant>
        <vt:i4>12</vt:i4>
      </vt:variant>
    </vt:vector>
  </HeadingPairs>
  <TitlesOfParts>
    <vt:vector size="13" baseType="lpstr">
      <vt:lpstr>ערכת נושא Office</vt:lpstr>
      <vt:lpstr>מצגת של PowerPoint‏</vt:lpstr>
      <vt:lpstr>רקע ורציונאל</vt:lpstr>
      <vt:lpstr>שבלול האוזן כמודל מיפוי</vt:lpstr>
      <vt:lpstr>Topological Map Of The system</vt:lpstr>
      <vt:lpstr>מצגת של PowerPoint‏</vt:lpstr>
      <vt:lpstr>רשתות נוירונים</vt:lpstr>
      <vt:lpstr>בנק תמונות</vt:lpstr>
      <vt:lpstr>מהלך הניסוי</vt:lpstr>
      <vt:lpstr>תוצאות</vt:lpstr>
      <vt:lpstr>מצגת של PowerPoint‏</vt:lpstr>
      <vt:lpstr>מצגת של PowerPoint‏</vt:lpstr>
      <vt:lpstr>מצגת של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מצגת של PowerPoint‏</dc:title>
  <dc:creator/>
  <cp:lastModifiedBy/>
  <cp:revision>839</cp:revision>
  <dcterms:created xsi:type="dcterms:W3CDTF">2020-03-09T10:47:52Z</dcterms:created>
  <dcterms:modified xsi:type="dcterms:W3CDTF">2020-03-16T10:56:44Z</dcterms:modified>
</cp:coreProperties>
</file>